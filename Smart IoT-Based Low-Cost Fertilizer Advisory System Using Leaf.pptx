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57" r:id="rId5"/>
    <p:sldId id="274" r:id="rId6"/>
    <p:sldId id="277" r:id="rId7"/>
    <p:sldId id="279" r:id="rId8"/>
    <p:sldId id="271" r:id="rId9"/>
    <p:sldId id="278" r:id="rId10"/>
    <p:sldId id="286" r:id="rId11"/>
    <p:sldId id="289" r:id="rId12"/>
    <p:sldId id="263" r:id="rId13"/>
    <p:sldId id="290" r:id="rId14"/>
    <p:sldId id="280" r:id="rId15"/>
    <p:sldId id="282" r:id="rId16"/>
    <p:sldId id="283" r:id="rId17"/>
    <p:sldId id="284" r:id="rId18"/>
    <p:sldId id="291" r:id="rId19"/>
    <p:sldId id="287" r:id="rId20"/>
    <p:sldId id="288" r:id="rId21"/>
    <p:sldId id="292" r:id="rId22"/>
    <p:sldId id="293" r:id="rId23"/>
    <p:sldId id="294" r:id="rId24"/>
    <p:sldId id="295" r:id="rId25"/>
    <p:sldId id="296" r:id="rId26"/>
    <p:sldId id="266" r:id="rId27"/>
    <p:sldId id="281" r:id="rId28"/>
    <p:sldId id="269" r:id="rId29"/>
    <p:sldId id="285" r:id="rId30"/>
    <p:sldId id="27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D5F6B-F12C-4419-B9C7-DD1A293EE771}" v="22" dt="2025-11-10T16:28:30.513"/>
  </p1510:revLst>
</p1510:revInfo>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HI NEERAJA-[BL.EN.U4CSE22004]" userId="6396ec15-001b-4d98-abfc-238ef2626ed9" providerId="ADAL" clId="{5DF1C245-BB49-4B0F-ADE3-66260CF54FC5}"/>
    <pc:docChg chg="custSel addSld delSld modSld sldOrd">
      <pc:chgData name="ADHI NEERAJA-[BL.EN.U4CSE22004]" userId="6396ec15-001b-4d98-abfc-238ef2626ed9" providerId="ADAL" clId="{5DF1C245-BB49-4B0F-ADE3-66260CF54FC5}" dt="2025-11-10T16:29:00.957" v="462" actId="1076"/>
      <pc:docMkLst>
        <pc:docMk/>
      </pc:docMkLst>
      <pc:sldChg chg="addSp modSp mod">
        <pc:chgData name="ADHI NEERAJA-[BL.EN.U4CSE22004]" userId="6396ec15-001b-4d98-abfc-238ef2626ed9" providerId="ADAL" clId="{5DF1C245-BB49-4B0F-ADE3-66260CF54FC5}" dt="2025-11-10T16:17:18.462" v="339" actId="1076"/>
        <pc:sldMkLst>
          <pc:docMk/>
          <pc:sldMk cId="0" sldId="257"/>
        </pc:sldMkLst>
        <pc:spChg chg="add mod">
          <ac:chgData name="ADHI NEERAJA-[BL.EN.U4CSE22004]" userId="6396ec15-001b-4d98-abfc-238ef2626ed9" providerId="ADAL" clId="{5DF1C245-BB49-4B0F-ADE3-66260CF54FC5}" dt="2025-11-10T16:17:18.462" v="339" actId="1076"/>
          <ac:spMkLst>
            <pc:docMk/>
            <pc:sldMk cId="0" sldId="257"/>
            <ac:spMk id="3" creationId="{2509EA6A-85F4-C2D0-A1C2-A1C25751F3AB}"/>
          </ac:spMkLst>
        </pc:spChg>
      </pc:sldChg>
      <pc:sldChg chg="addSp modSp mod">
        <pc:chgData name="ADHI NEERAJA-[BL.EN.U4CSE22004]" userId="6396ec15-001b-4d98-abfc-238ef2626ed9" providerId="ADAL" clId="{5DF1C245-BB49-4B0F-ADE3-66260CF54FC5}" dt="2025-11-10T15:25:04.415" v="19" actId="1076"/>
        <pc:sldMkLst>
          <pc:docMk/>
          <pc:sldMk cId="0" sldId="263"/>
        </pc:sldMkLst>
        <pc:spChg chg="mod">
          <ac:chgData name="ADHI NEERAJA-[BL.EN.U4CSE22004]" userId="6396ec15-001b-4d98-abfc-238ef2626ed9" providerId="ADAL" clId="{5DF1C245-BB49-4B0F-ADE3-66260CF54FC5}" dt="2025-11-10T15:18:22.367" v="14" actId="20577"/>
          <ac:spMkLst>
            <pc:docMk/>
            <pc:sldMk cId="0" sldId="263"/>
            <ac:spMk id="3" creationId="{979E853F-819C-ED64-80A6-B52A37B8ED21}"/>
          </ac:spMkLst>
        </pc:spChg>
        <pc:picChg chg="add mod modCrop">
          <ac:chgData name="ADHI NEERAJA-[BL.EN.U4CSE22004]" userId="6396ec15-001b-4d98-abfc-238ef2626ed9" providerId="ADAL" clId="{5DF1C245-BB49-4B0F-ADE3-66260CF54FC5}" dt="2025-11-10T15:25:04.415" v="19" actId="1076"/>
          <ac:picMkLst>
            <pc:docMk/>
            <pc:sldMk cId="0" sldId="263"/>
            <ac:picMk id="2" creationId="{C7F2047D-7B11-CD90-C1E4-5B002F5C5D76}"/>
          </ac:picMkLst>
        </pc:picChg>
      </pc:sldChg>
      <pc:sldChg chg="modSp mod">
        <pc:chgData name="ADHI NEERAJA-[BL.EN.U4CSE22004]" userId="6396ec15-001b-4d98-abfc-238ef2626ed9" providerId="ADAL" clId="{5DF1C245-BB49-4B0F-ADE3-66260CF54FC5}" dt="2025-11-10T15:50:39.974" v="67" actId="1076"/>
        <pc:sldMkLst>
          <pc:docMk/>
          <pc:sldMk cId="1994060523" sldId="277"/>
        </pc:sldMkLst>
        <pc:spChg chg="mod">
          <ac:chgData name="ADHI NEERAJA-[BL.EN.U4CSE22004]" userId="6396ec15-001b-4d98-abfc-238ef2626ed9" providerId="ADAL" clId="{5DF1C245-BB49-4B0F-ADE3-66260CF54FC5}" dt="2025-11-10T15:50:39.974" v="67" actId="1076"/>
          <ac:spMkLst>
            <pc:docMk/>
            <pc:sldMk cId="1994060523" sldId="277"/>
            <ac:spMk id="3" creationId="{DEBDD5E3-AEF4-47DF-868E-EE1A4C302ED9}"/>
          </ac:spMkLst>
        </pc:spChg>
      </pc:sldChg>
      <pc:sldChg chg="addSp delSp modSp mod">
        <pc:chgData name="ADHI NEERAJA-[BL.EN.U4CSE22004]" userId="6396ec15-001b-4d98-abfc-238ef2626ed9" providerId="ADAL" clId="{5DF1C245-BB49-4B0F-ADE3-66260CF54FC5}" dt="2025-11-10T16:29:00.957" v="462" actId="1076"/>
        <pc:sldMkLst>
          <pc:docMk/>
          <pc:sldMk cId="2076055840" sldId="280"/>
        </pc:sldMkLst>
        <pc:spChg chg="add mod">
          <ac:chgData name="ADHI NEERAJA-[BL.EN.U4CSE22004]" userId="6396ec15-001b-4d98-abfc-238ef2626ed9" providerId="ADAL" clId="{5DF1C245-BB49-4B0F-ADE3-66260CF54FC5}" dt="2025-11-10T16:25:58.788" v="451" actId="255"/>
          <ac:spMkLst>
            <pc:docMk/>
            <pc:sldMk cId="2076055840" sldId="280"/>
            <ac:spMk id="3" creationId="{FB64C6BB-86DE-B8CF-F3FF-7144DB6F9728}"/>
          </ac:spMkLst>
        </pc:spChg>
        <pc:spChg chg="del">
          <ac:chgData name="ADHI NEERAJA-[BL.EN.U4CSE22004]" userId="6396ec15-001b-4d98-abfc-238ef2626ed9" providerId="ADAL" clId="{5DF1C245-BB49-4B0F-ADE3-66260CF54FC5}" dt="2025-11-10T16:25:39.908" v="437" actId="478"/>
          <ac:spMkLst>
            <pc:docMk/>
            <pc:sldMk cId="2076055840" sldId="280"/>
            <ac:spMk id="132" creationId="{ABA41045-9EA5-B1FD-9D19-672031D459BB}"/>
          </ac:spMkLst>
        </pc:spChg>
        <pc:spChg chg="del">
          <ac:chgData name="ADHI NEERAJA-[BL.EN.U4CSE22004]" userId="6396ec15-001b-4d98-abfc-238ef2626ed9" providerId="ADAL" clId="{5DF1C245-BB49-4B0F-ADE3-66260CF54FC5}" dt="2025-11-10T16:25:39.908" v="437" actId="478"/>
          <ac:spMkLst>
            <pc:docMk/>
            <pc:sldMk cId="2076055840" sldId="280"/>
            <ac:spMk id="133" creationId="{D5794EF2-A482-1ADF-8CBE-74AD2EDA2797}"/>
          </ac:spMkLst>
        </pc:spChg>
        <pc:picChg chg="add del mod">
          <ac:chgData name="ADHI NEERAJA-[BL.EN.U4CSE22004]" userId="6396ec15-001b-4d98-abfc-238ef2626ed9" providerId="ADAL" clId="{5DF1C245-BB49-4B0F-ADE3-66260CF54FC5}" dt="2025-11-10T16:28:29.654" v="455" actId="478"/>
          <ac:picMkLst>
            <pc:docMk/>
            <pc:sldMk cId="2076055840" sldId="280"/>
            <ac:picMk id="5" creationId="{5FCEE438-35AA-9356-8C95-4E14253BF450}"/>
          </ac:picMkLst>
        </pc:picChg>
        <pc:picChg chg="add mod modCrop">
          <ac:chgData name="ADHI NEERAJA-[BL.EN.U4CSE22004]" userId="6396ec15-001b-4d98-abfc-238ef2626ed9" providerId="ADAL" clId="{5DF1C245-BB49-4B0F-ADE3-66260CF54FC5}" dt="2025-11-10T16:29:00.957" v="462" actId="1076"/>
          <ac:picMkLst>
            <pc:docMk/>
            <pc:sldMk cId="2076055840" sldId="280"/>
            <ac:picMk id="7" creationId="{57798240-1152-6E09-1EC0-EC8E6C025642}"/>
          </ac:picMkLst>
        </pc:picChg>
        <pc:picChg chg="del">
          <ac:chgData name="ADHI NEERAJA-[BL.EN.U4CSE22004]" userId="6396ec15-001b-4d98-abfc-238ef2626ed9" providerId="ADAL" clId="{5DF1C245-BB49-4B0F-ADE3-66260CF54FC5}" dt="2025-11-10T16:25:39.908" v="437" actId="478"/>
          <ac:picMkLst>
            <pc:docMk/>
            <pc:sldMk cId="2076055840" sldId="280"/>
            <ac:picMk id="8" creationId="{35810099-B535-5B9C-2E05-C324D2E99028}"/>
          </ac:picMkLst>
        </pc:picChg>
        <pc:picChg chg="del">
          <ac:chgData name="ADHI NEERAJA-[BL.EN.U4CSE22004]" userId="6396ec15-001b-4d98-abfc-238ef2626ed9" providerId="ADAL" clId="{5DF1C245-BB49-4B0F-ADE3-66260CF54FC5}" dt="2025-11-10T16:25:39.908" v="437" actId="478"/>
          <ac:picMkLst>
            <pc:docMk/>
            <pc:sldMk cId="2076055840" sldId="280"/>
            <ac:picMk id="10" creationId="{3E4C042D-1D67-CD16-A728-0BFC4820025C}"/>
          </ac:picMkLst>
        </pc:picChg>
        <pc:picChg chg="del mod">
          <ac:chgData name="ADHI NEERAJA-[BL.EN.U4CSE22004]" userId="6396ec15-001b-4d98-abfc-238ef2626ed9" providerId="ADAL" clId="{5DF1C245-BB49-4B0F-ADE3-66260CF54FC5}" dt="2025-11-10T16:25:39.908" v="437" actId="478"/>
          <ac:picMkLst>
            <pc:docMk/>
            <pc:sldMk cId="2076055840" sldId="280"/>
            <ac:picMk id="12" creationId="{D191B244-8F5F-7D91-8F3B-4D2BB62553D7}"/>
          </ac:picMkLst>
        </pc:picChg>
        <pc:picChg chg="del">
          <ac:chgData name="ADHI NEERAJA-[BL.EN.U4CSE22004]" userId="6396ec15-001b-4d98-abfc-238ef2626ed9" providerId="ADAL" clId="{5DF1C245-BB49-4B0F-ADE3-66260CF54FC5}" dt="2025-11-10T16:25:39.908" v="437" actId="478"/>
          <ac:picMkLst>
            <pc:docMk/>
            <pc:sldMk cId="2076055840" sldId="280"/>
            <ac:picMk id="16" creationId="{D6D1F242-C9C5-ED78-507C-5F5E8D4FC648}"/>
          </ac:picMkLst>
        </pc:picChg>
        <pc:picChg chg="del">
          <ac:chgData name="ADHI NEERAJA-[BL.EN.U4CSE22004]" userId="6396ec15-001b-4d98-abfc-238ef2626ed9" providerId="ADAL" clId="{5DF1C245-BB49-4B0F-ADE3-66260CF54FC5}" dt="2025-11-10T16:25:39.908" v="437" actId="478"/>
          <ac:picMkLst>
            <pc:docMk/>
            <pc:sldMk cId="2076055840" sldId="280"/>
            <ac:picMk id="33" creationId="{17703B1D-56CD-7F81-4F87-E33FE02B4378}"/>
          </ac:picMkLst>
        </pc:picChg>
        <pc:picChg chg="del">
          <ac:chgData name="ADHI NEERAJA-[BL.EN.U4CSE22004]" userId="6396ec15-001b-4d98-abfc-238ef2626ed9" providerId="ADAL" clId="{5DF1C245-BB49-4B0F-ADE3-66260CF54FC5}" dt="2025-11-10T16:25:39.908" v="437" actId="478"/>
          <ac:picMkLst>
            <pc:docMk/>
            <pc:sldMk cId="2076055840" sldId="280"/>
            <ac:picMk id="35" creationId="{5EF21A7A-373B-59A3-7F46-A3D02F645D41}"/>
          </ac:picMkLst>
        </pc:picChg>
        <pc:cxnChg chg="mod">
          <ac:chgData name="ADHI NEERAJA-[BL.EN.U4CSE22004]" userId="6396ec15-001b-4d98-abfc-238ef2626ed9" providerId="ADAL" clId="{5DF1C245-BB49-4B0F-ADE3-66260CF54FC5}" dt="2025-11-09T16:45:11.058" v="0" actId="1076"/>
          <ac:cxnSpMkLst>
            <pc:docMk/>
            <pc:sldMk cId="2076055840" sldId="280"/>
            <ac:cxnSpMk id="40" creationId="{0D688440-3358-C359-19E5-58A8941A4873}"/>
          </ac:cxnSpMkLst>
        </pc:cxnChg>
        <pc:cxnChg chg="del mod">
          <ac:chgData name="ADHI NEERAJA-[BL.EN.U4CSE22004]" userId="6396ec15-001b-4d98-abfc-238ef2626ed9" providerId="ADAL" clId="{5DF1C245-BB49-4B0F-ADE3-66260CF54FC5}" dt="2025-11-10T16:25:39.908" v="437" actId="478"/>
          <ac:cxnSpMkLst>
            <pc:docMk/>
            <pc:sldMk cId="2076055840" sldId="280"/>
            <ac:cxnSpMk id="56" creationId="{D8055A56-9868-0239-D3C0-97C512A9E00E}"/>
          </ac:cxnSpMkLst>
        </pc:cxnChg>
      </pc:sldChg>
      <pc:sldChg chg="modSp mod">
        <pc:chgData name="ADHI NEERAJA-[BL.EN.U4CSE22004]" userId="6396ec15-001b-4d98-abfc-238ef2626ed9" providerId="ADAL" clId="{5DF1C245-BB49-4B0F-ADE3-66260CF54FC5}" dt="2025-11-10T16:09:15.765" v="282" actId="1076"/>
        <pc:sldMkLst>
          <pc:docMk/>
          <pc:sldMk cId="3371406737" sldId="282"/>
        </pc:sldMkLst>
        <pc:spChg chg="mod">
          <ac:chgData name="ADHI NEERAJA-[BL.EN.U4CSE22004]" userId="6396ec15-001b-4d98-abfc-238ef2626ed9" providerId="ADAL" clId="{5DF1C245-BB49-4B0F-ADE3-66260CF54FC5}" dt="2025-11-10T16:09:15.765" v="282" actId="1076"/>
          <ac:spMkLst>
            <pc:docMk/>
            <pc:sldMk cId="3371406737" sldId="282"/>
            <ac:spMk id="2" creationId="{0BB23F49-2A4A-8C53-016D-A0945B92171B}"/>
          </ac:spMkLst>
        </pc:spChg>
      </pc:sldChg>
      <pc:sldChg chg="modSp mod">
        <pc:chgData name="ADHI NEERAJA-[BL.EN.U4CSE22004]" userId="6396ec15-001b-4d98-abfc-238ef2626ed9" providerId="ADAL" clId="{5DF1C245-BB49-4B0F-ADE3-66260CF54FC5}" dt="2025-11-10T16:06:34.634" v="184" actId="20577"/>
        <pc:sldMkLst>
          <pc:docMk/>
          <pc:sldMk cId="3018187839" sldId="284"/>
        </pc:sldMkLst>
        <pc:spChg chg="mod">
          <ac:chgData name="ADHI NEERAJA-[BL.EN.U4CSE22004]" userId="6396ec15-001b-4d98-abfc-238ef2626ed9" providerId="ADAL" clId="{5DF1C245-BB49-4B0F-ADE3-66260CF54FC5}" dt="2025-11-10T16:05:24.215" v="180" actId="1076"/>
          <ac:spMkLst>
            <pc:docMk/>
            <pc:sldMk cId="3018187839" sldId="284"/>
            <ac:spMk id="2" creationId="{8C097C5C-1061-2F5A-D834-E1BC1B195068}"/>
          </ac:spMkLst>
        </pc:spChg>
        <pc:spChg chg="mod">
          <ac:chgData name="ADHI NEERAJA-[BL.EN.U4CSE22004]" userId="6396ec15-001b-4d98-abfc-238ef2626ed9" providerId="ADAL" clId="{5DF1C245-BB49-4B0F-ADE3-66260CF54FC5}" dt="2025-11-10T16:06:34.634" v="184" actId="20577"/>
          <ac:spMkLst>
            <pc:docMk/>
            <pc:sldMk cId="3018187839" sldId="284"/>
            <ac:spMk id="3" creationId="{8074CB0D-8765-91B6-A441-B5FA11F89A80}"/>
          </ac:spMkLst>
        </pc:spChg>
      </pc:sldChg>
      <pc:sldChg chg="addSp delSp modSp add mod ord">
        <pc:chgData name="ADHI NEERAJA-[BL.EN.U4CSE22004]" userId="6396ec15-001b-4d98-abfc-238ef2626ed9" providerId="ADAL" clId="{5DF1C245-BB49-4B0F-ADE3-66260CF54FC5}" dt="2025-11-10T16:16:10.939" v="337" actId="1076"/>
        <pc:sldMkLst>
          <pc:docMk/>
          <pc:sldMk cId="545947884" sldId="287"/>
        </pc:sldMkLst>
        <pc:spChg chg="mod">
          <ac:chgData name="ADHI NEERAJA-[BL.EN.U4CSE22004]" userId="6396ec15-001b-4d98-abfc-238ef2626ed9" providerId="ADAL" clId="{5DF1C245-BB49-4B0F-ADE3-66260CF54FC5}" dt="2025-11-10T15:28:33.082" v="30" actId="20577"/>
          <ac:spMkLst>
            <pc:docMk/>
            <pc:sldMk cId="545947884" sldId="287"/>
            <ac:spMk id="3" creationId="{42BCE070-3D42-DDE7-1F2F-EFF6CFDCD34C}"/>
          </ac:spMkLst>
        </pc:spChg>
        <pc:spChg chg="add mod">
          <ac:chgData name="ADHI NEERAJA-[BL.EN.U4CSE22004]" userId="6396ec15-001b-4d98-abfc-238ef2626ed9" providerId="ADAL" clId="{5DF1C245-BB49-4B0F-ADE3-66260CF54FC5}" dt="2025-11-10T16:16:10.939" v="337" actId="1076"/>
          <ac:spMkLst>
            <pc:docMk/>
            <pc:sldMk cId="545947884" sldId="287"/>
            <ac:spMk id="5" creationId="{C081BA5C-6B54-1704-37DD-42B695CDF6AC}"/>
          </ac:spMkLst>
        </pc:spChg>
        <pc:picChg chg="del">
          <ac:chgData name="ADHI NEERAJA-[BL.EN.U4CSE22004]" userId="6396ec15-001b-4d98-abfc-238ef2626ed9" providerId="ADAL" clId="{5DF1C245-BB49-4B0F-ADE3-66260CF54FC5}" dt="2025-11-10T15:28:36.385" v="31" actId="478"/>
          <ac:picMkLst>
            <pc:docMk/>
            <pc:sldMk cId="545947884" sldId="287"/>
            <ac:picMk id="2" creationId="{B96DEA81-2C7A-ABB0-7A2D-0AC149F37B3D}"/>
          </ac:picMkLst>
        </pc:picChg>
        <pc:picChg chg="add mod modCrop">
          <ac:chgData name="ADHI NEERAJA-[BL.EN.U4CSE22004]" userId="6396ec15-001b-4d98-abfc-238ef2626ed9" providerId="ADAL" clId="{5DF1C245-BB49-4B0F-ADE3-66260CF54FC5}" dt="2025-11-10T16:15:39.855" v="329" actId="12788"/>
          <ac:picMkLst>
            <pc:docMk/>
            <pc:sldMk cId="545947884" sldId="287"/>
            <ac:picMk id="4" creationId="{A0150D9C-2375-D472-9CCD-F2DF1057CDEE}"/>
          </ac:picMkLst>
        </pc:picChg>
        <pc:picChg chg="add del mod">
          <ac:chgData name="ADHI NEERAJA-[BL.EN.U4CSE22004]" userId="6396ec15-001b-4d98-abfc-238ef2626ed9" providerId="ADAL" clId="{5DF1C245-BB49-4B0F-ADE3-66260CF54FC5}" dt="2025-11-10T15:30:43.747" v="46" actId="478"/>
          <ac:picMkLst>
            <pc:docMk/>
            <pc:sldMk cId="545947884" sldId="287"/>
            <ac:picMk id="5" creationId="{2210FED3-185D-BFFB-7E66-C7EFAA4FDFCC}"/>
          </ac:picMkLst>
        </pc:picChg>
      </pc:sldChg>
      <pc:sldChg chg="addSp delSp modSp add mod">
        <pc:chgData name="ADHI NEERAJA-[BL.EN.U4CSE22004]" userId="6396ec15-001b-4d98-abfc-238ef2626ed9" providerId="ADAL" clId="{5DF1C245-BB49-4B0F-ADE3-66260CF54FC5}" dt="2025-11-10T16:18:07.789" v="366" actId="255"/>
        <pc:sldMkLst>
          <pc:docMk/>
          <pc:sldMk cId="3770355169" sldId="288"/>
        </pc:sldMkLst>
        <pc:spChg chg="add mod">
          <ac:chgData name="ADHI NEERAJA-[BL.EN.U4CSE22004]" userId="6396ec15-001b-4d98-abfc-238ef2626ed9" providerId="ADAL" clId="{5DF1C245-BB49-4B0F-ADE3-66260CF54FC5}" dt="2025-11-10T16:18:07.789" v="366" actId="255"/>
          <ac:spMkLst>
            <pc:docMk/>
            <pc:sldMk cId="3770355169" sldId="288"/>
            <ac:spMk id="4" creationId="{B62CF829-A195-D700-8584-0F28FDBAAD3E}"/>
          </ac:spMkLst>
        </pc:spChg>
        <pc:picChg chg="add mod">
          <ac:chgData name="ADHI NEERAJA-[BL.EN.U4CSE22004]" userId="6396ec15-001b-4d98-abfc-238ef2626ed9" providerId="ADAL" clId="{5DF1C245-BB49-4B0F-ADE3-66260CF54FC5}" dt="2025-11-10T15:31:52.056" v="62" actId="1076"/>
          <ac:picMkLst>
            <pc:docMk/>
            <pc:sldMk cId="3770355169" sldId="288"/>
            <ac:picMk id="2" creationId="{E1819495-D7EE-32FE-F997-3C7A008F8C25}"/>
          </ac:picMkLst>
        </pc:picChg>
        <pc:picChg chg="del">
          <ac:chgData name="ADHI NEERAJA-[BL.EN.U4CSE22004]" userId="6396ec15-001b-4d98-abfc-238ef2626ed9" providerId="ADAL" clId="{5DF1C245-BB49-4B0F-ADE3-66260CF54FC5}" dt="2025-11-10T15:31:01.670" v="51" actId="478"/>
          <ac:picMkLst>
            <pc:docMk/>
            <pc:sldMk cId="3770355169" sldId="288"/>
            <ac:picMk id="4" creationId="{F5BE7646-9DE5-90CF-E8AD-829D63327FB9}"/>
          </ac:picMkLst>
        </pc:picChg>
        <pc:picChg chg="mod">
          <ac:chgData name="ADHI NEERAJA-[BL.EN.U4CSE22004]" userId="6396ec15-001b-4d98-abfc-238ef2626ed9" providerId="ADAL" clId="{5DF1C245-BB49-4B0F-ADE3-66260CF54FC5}" dt="2025-11-10T15:31:56.209" v="63" actId="14100"/>
          <ac:picMkLst>
            <pc:docMk/>
            <pc:sldMk cId="3770355169" sldId="288"/>
            <ac:picMk id="5" creationId="{CE218238-D316-0C16-975A-8BCD4344B240}"/>
          </ac:picMkLst>
        </pc:picChg>
      </pc:sldChg>
      <pc:sldChg chg="modSp add mod ord">
        <pc:chgData name="ADHI NEERAJA-[BL.EN.U4CSE22004]" userId="6396ec15-001b-4d98-abfc-238ef2626ed9" providerId="ADAL" clId="{5DF1C245-BB49-4B0F-ADE3-66260CF54FC5}" dt="2025-11-10T15:56:58.650" v="89" actId="1076"/>
        <pc:sldMkLst>
          <pc:docMk/>
          <pc:sldMk cId="3399925330" sldId="289"/>
        </pc:sldMkLst>
        <pc:spChg chg="mod">
          <ac:chgData name="ADHI NEERAJA-[BL.EN.U4CSE22004]" userId="6396ec15-001b-4d98-abfc-238ef2626ed9" providerId="ADAL" clId="{5DF1C245-BB49-4B0F-ADE3-66260CF54FC5}" dt="2025-11-10T15:56:58.650" v="89" actId="1076"/>
          <ac:spMkLst>
            <pc:docMk/>
            <pc:sldMk cId="3399925330" sldId="289"/>
            <ac:spMk id="3" creationId="{D215F53A-B56A-EBEA-0BD4-E7C7D6286C5A}"/>
          </ac:spMkLst>
        </pc:spChg>
        <pc:spChg chg="mod">
          <ac:chgData name="ADHI NEERAJA-[BL.EN.U4CSE22004]" userId="6396ec15-001b-4d98-abfc-238ef2626ed9" providerId="ADAL" clId="{5DF1C245-BB49-4B0F-ADE3-66260CF54FC5}" dt="2025-11-10T15:55:05.815" v="85" actId="20577"/>
          <ac:spMkLst>
            <pc:docMk/>
            <pc:sldMk cId="3399925330" sldId="289"/>
            <ac:spMk id="90" creationId="{3338C89E-25CF-A23E-9DC5-3E6D7C488431}"/>
          </ac:spMkLst>
        </pc:spChg>
      </pc:sldChg>
      <pc:sldChg chg="new del">
        <pc:chgData name="ADHI NEERAJA-[BL.EN.U4CSE22004]" userId="6396ec15-001b-4d98-abfc-238ef2626ed9" providerId="ADAL" clId="{5DF1C245-BB49-4B0F-ADE3-66260CF54FC5}" dt="2025-11-10T16:00:55.029" v="91" actId="2696"/>
        <pc:sldMkLst>
          <pc:docMk/>
          <pc:sldMk cId="738508550" sldId="290"/>
        </pc:sldMkLst>
      </pc:sldChg>
      <pc:sldChg chg="addSp delSp modSp add mod">
        <pc:chgData name="ADHI NEERAJA-[BL.EN.U4CSE22004]" userId="6396ec15-001b-4d98-abfc-238ef2626ed9" providerId="ADAL" clId="{5DF1C245-BB49-4B0F-ADE3-66260CF54FC5}" dt="2025-11-10T16:02:49.086" v="166" actId="1076"/>
        <pc:sldMkLst>
          <pc:docMk/>
          <pc:sldMk cId="1401545048" sldId="290"/>
        </pc:sldMkLst>
        <pc:spChg chg="mod">
          <ac:chgData name="ADHI NEERAJA-[BL.EN.U4CSE22004]" userId="6396ec15-001b-4d98-abfc-238ef2626ed9" providerId="ADAL" clId="{5DF1C245-BB49-4B0F-ADE3-66260CF54FC5}" dt="2025-11-10T16:02:27.792" v="164" actId="20577"/>
          <ac:spMkLst>
            <pc:docMk/>
            <pc:sldMk cId="1401545048" sldId="290"/>
            <ac:spMk id="3" creationId="{E70B8DD5-A42E-1B55-261F-BD95FC2E89FE}"/>
          </ac:spMkLst>
        </pc:spChg>
        <pc:graphicFrameChg chg="add mod modGraphic">
          <ac:chgData name="ADHI NEERAJA-[BL.EN.U4CSE22004]" userId="6396ec15-001b-4d98-abfc-238ef2626ed9" providerId="ADAL" clId="{5DF1C245-BB49-4B0F-ADE3-66260CF54FC5}" dt="2025-11-10T16:02:49.086" v="166" actId="1076"/>
          <ac:graphicFrameMkLst>
            <pc:docMk/>
            <pc:sldMk cId="1401545048" sldId="290"/>
            <ac:graphicFrameMk id="4" creationId="{51152758-6286-F672-CD75-F79BCFDB4FEC}"/>
          </ac:graphicFrameMkLst>
        </pc:graphicFrameChg>
        <pc:picChg chg="del">
          <ac:chgData name="ADHI NEERAJA-[BL.EN.U4CSE22004]" userId="6396ec15-001b-4d98-abfc-238ef2626ed9" providerId="ADAL" clId="{5DF1C245-BB49-4B0F-ADE3-66260CF54FC5}" dt="2025-11-10T16:01:09.345" v="120" actId="478"/>
          <ac:picMkLst>
            <pc:docMk/>
            <pc:sldMk cId="1401545048" sldId="290"/>
            <ac:picMk id="2" creationId="{6A39C60D-B1DA-D1ED-085A-CC605D07984D}"/>
          </ac:picMkLst>
        </pc:picChg>
      </pc:sldChg>
      <pc:sldChg chg="modSp add mod">
        <pc:chgData name="ADHI NEERAJA-[BL.EN.U4CSE22004]" userId="6396ec15-001b-4d98-abfc-238ef2626ed9" providerId="ADAL" clId="{5DF1C245-BB49-4B0F-ADE3-66260CF54FC5}" dt="2025-11-10T16:07:13.423" v="195" actId="20577"/>
        <pc:sldMkLst>
          <pc:docMk/>
          <pc:sldMk cId="2225356785" sldId="291"/>
        </pc:sldMkLst>
        <pc:spChg chg="mod">
          <ac:chgData name="ADHI NEERAJA-[BL.EN.U4CSE22004]" userId="6396ec15-001b-4d98-abfc-238ef2626ed9" providerId="ADAL" clId="{5DF1C245-BB49-4B0F-ADE3-66260CF54FC5}" dt="2025-11-10T16:07:13.423" v="195" actId="20577"/>
          <ac:spMkLst>
            <pc:docMk/>
            <pc:sldMk cId="2225356785" sldId="291"/>
            <ac:spMk id="2" creationId="{2DE79119-008C-A519-C652-A40A5C22E474}"/>
          </ac:spMkLst>
        </pc:spChg>
        <pc:spChg chg="mod">
          <ac:chgData name="ADHI NEERAJA-[BL.EN.U4CSE22004]" userId="6396ec15-001b-4d98-abfc-238ef2626ed9" providerId="ADAL" clId="{5DF1C245-BB49-4B0F-ADE3-66260CF54FC5}" dt="2025-11-10T16:06:39.024" v="187" actId="20577"/>
          <ac:spMkLst>
            <pc:docMk/>
            <pc:sldMk cId="2225356785" sldId="291"/>
            <ac:spMk id="3" creationId="{49B45782-A832-65E9-F657-545C9D4656A8}"/>
          </ac:spMkLst>
        </pc:spChg>
      </pc:sldChg>
      <pc:sldChg chg="addSp delSp modSp add mod">
        <pc:chgData name="ADHI NEERAJA-[BL.EN.U4CSE22004]" userId="6396ec15-001b-4d98-abfc-238ef2626ed9" providerId="ADAL" clId="{5DF1C245-BB49-4B0F-ADE3-66260CF54FC5}" dt="2025-11-10T16:12:36.527" v="301" actId="122"/>
        <pc:sldMkLst>
          <pc:docMk/>
          <pc:sldMk cId="188320008" sldId="292"/>
        </pc:sldMkLst>
        <pc:spChg chg="add mod">
          <ac:chgData name="ADHI NEERAJA-[BL.EN.U4CSE22004]" userId="6396ec15-001b-4d98-abfc-238ef2626ed9" providerId="ADAL" clId="{5DF1C245-BB49-4B0F-ADE3-66260CF54FC5}" dt="2025-11-10T16:12:36.527" v="301" actId="122"/>
          <ac:spMkLst>
            <pc:docMk/>
            <pc:sldMk cId="188320008" sldId="292"/>
            <ac:spMk id="9" creationId="{36630233-C6E3-F6AC-50CF-F5C821D4C1EA}"/>
          </ac:spMkLst>
        </pc:spChg>
        <pc:picChg chg="del">
          <ac:chgData name="ADHI NEERAJA-[BL.EN.U4CSE22004]" userId="6396ec15-001b-4d98-abfc-238ef2626ed9" providerId="ADAL" clId="{5DF1C245-BB49-4B0F-ADE3-66260CF54FC5}" dt="2025-11-10T16:09:51.839" v="285" actId="478"/>
          <ac:picMkLst>
            <pc:docMk/>
            <pc:sldMk cId="188320008" sldId="292"/>
            <ac:picMk id="2" creationId="{E182E932-3828-C934-EFED-7A0D8C44DAD3}"/>
          </ac:picMkLst>
        </pc:picChg>
        <pc:picChg chg="del">
          <ac:chgData name="ADHI NEERAJA-[BL.EN.U4CSE22004]" userId="6396ec15-001b-4d98-abfc-238ef2626ed9" providerId="ADAL" clId="{5DF1C245-BB49-4B0F-ADE3-66260CF54FC5}" dt="2025-11-10T16:09:50.020" v="284" actId="478"/>
          <ac:picMkLst>
            <pc:docMk/>
            <pc:sldMk cId="188320008" sldId="292"/>
            <ac:picMk id="5" creationId="{D8D4525E-7C97-78B5-E617-1558B88EB7AC}"/>
          </ac:picMkLst>
        </pc:picChg>
        <pc:picChg chg="add mod">
          <ac:chgData name="ADHI NEERAJA-[BL.EN.U4CSE22004]" userId="6396ec15-001b-4d98-abfc-238ef2626ed9" providerId="ADAL" clId="{5DF1C245-BB49-4B0F-ADE3-66260CF54FC5}" dt="2025-11-10T16:12:16.694" v="297" actId="12788"/>
          <ac:picMkLst>
            <pc:docMk/>
            <pc:sldMk cId="188320008" sldId="292"/>
            <ac:picMk id="7" creationId="{43FD8005-EC2B-B5DC-05C9-D3919DAA5F8F}"/>
          </ac:picMkLst>
        </pc:picChg>
      </pc:sldChg>
      <pc:sldChg chg="addSp modSp add mod">
        <pc:chgData name="ADHI NEERAJA-[BL.EN.U4CSE22004]" userId="6396ec15-001b-4d98-abfc-238ef2626ed9" providerId="ADAL" clId="{5DF1C245-BB49-4B0F-ADE3-66260CF54FC5}" dt="2025-11-10T16:18:54.186" v="369" actId="2711"/>
        <pc:sldMkLst>
          <pc:docMk/>
          <pc:sldMk cId="22906523" sldId="293"/>
        </pc:sldMkLst>
        <pc:spChg chg="add mod">
          <ac:chgData name="ADHI NEERAJA-[BL.EN.U4CSE22004]" userId="6396ec15-001b-4d98-abfc-238ef2626ed9" providerId="ADAL" clId="{5DF1C245-BB49-4B0F-ADE3-66260CF54FC5}" dt="2025-11-10T16:18:54.186" v="369" actId="2711"/>
          <ac:spMkLst>
            <pc:docMk/>
            <pc:sldMk cId="22906523" sldId="293"/>
            <ac:spMk id="7" creationId="{DE65CF04-92E2-047C-D2D4-995823951D20}"/>
          </ac:spMkLst>
        </pc:spChg>
        <pc:picChg chg="add mod">
          <ac:chgData name="ADHI NEERAJA-[BL.EN.U4CSE22004]" userId="6396ec15-001b-4d98-abfc-238ef2626ed9" providerId="ADAL" clId="{5DF1C245-BB49-4B0F-ADE3-66260CF54FC5}" dt="2025-11-10T16:13:11.586" v="304" actId="1076"/>
          <ac:picMkLst>
            <pc:docMk/>
            <pc:sldMk cId="22906523" sldId="293"/>
            <ac:picMk id="4" creationId="{BD6DF9AE-9A0F-F8C2-33DD-1B4FE4126DE1}"/>
          </ac:picMkLst>
        </pc:picChg>
      </pc:sldChg>
      <pc:sldChg chg="new del">
        <pc:chgData name="ADHI NEERAJA-[BL.EN.U4CSE22004]" userId="6396ec15-001b-4d98-abfc-238ef2626ed9" providerId="ADAL" clId="{5DF1C245-BB49-4B0F-ADE3-66260CF54FC5}" dt="2025-11-10T16:09:58.140" v="287" actId="2696"/>
        <pc:sldMkLst>
          <pc:docMk/>
          <pc:sldMk cId="1213982672" sldId="293"/>
        </pc:sldMkLst>
      </pc:sldChg>
      <pc:sldChg chg="addSp delSp modSp add mod">
        <pc:chgData name="ADHI NEERAJA-[BL.EN.U4CSE22004]" userId="6396ec15-001b-4d98-abfc-238ef2626ed9" providerId="ADAL" clId="{5DF1C245-BB49-4B0F-ADE3-66260CF54FC5}" dt="2025-11-10T16:19:36.888" v="374" actId="1076"/>
        <pc:sldMkLst>
          <pc:docMk/>
          <pc:sldMk cId="2271863065" sldId="294"/>
        </pc:sldMkLst>
        <pc:spChg chg="add mod">
          <ac:chgData name="ADHI NEERAJA-[BL.EN.U4CSE22004]" userId="6396ec15-001b-4d98-abfc-238ef2626ed9" providerId="ADAL" clId="{5DF1C245-BB49-4B0F-ADE3-66260CF54FC5}" dt="2025-11-10T16:19:36.888" v="374" actId="1076"/>
          <ac:spMkLst>
            <pc:docMk/>
            <pc:sldMk cId="2271863065" sldId="294"/>
            <ac:spMk id="10" creationId="{49E98CFB-D710-179C-0A64-1FCEF42303CE}"/>
          </ac:spMkLst>
        </pc:spChg>
        <pc:picChg chg="del">
          <ac:chgData name="ADHI NEERAJA-[BL.EN.U4CSE22004]" userId="6396ec15-001b-4d98-abfc-238ef2626ed9" providerId="ADAL" clId="{5DF1C245-BB49-4B0F-ADE3-66260CF54FC5}" dt="2025-11-10T16:13:23.845" v="307" actId="478"/>
          <ac:picMkLst>
            <pc:docMk/>
            <pc:sldMk cId="2271863065" sldId="294"/>
            <ac:picMk id="4" creationId="{FE91A226-3D91-85C8-3F88-77F76F2B99EF}"/>
          </ac:picMkLst>
        </pc:picChg>
        <pc:picChg chg="add del mod">
          <ac:chgData name="ADHI NEERAJA-[BL.EN.U4CSE22004]" userId="6396ec15-001b-4d98-abfc-238ef2626ed9" providerId="ADAL" clId="{5DF1C245-BB49-4B0F-ADE3-66260CF54FC5}" dt="2025-11-10T16:14:21.475" v="317" actId="478"/>
          <ac:picMkLst>
            <pc:docMk/>
            <pc:sldMk cId="2271863065" sldId="294"/>
            <ac:picMk id="5" creationId="{155A57D7-1EAB-633D-DB5E-3598555E38B5}"/>
          </ac:picMkLst>
        </pc:picChg>
        <pc:picChg chg="add mod">
          <ac:chgData name="ADHI NEERAJA-[BL.EN.U4CSE22004]" userId="6396ec15-001b-4d98-abfc-238ef2626ed9" providerId="ADAL" clId="{5DF1C245-BB49-4B0F-ADE3-66260CF54FC5}" dt="2025-11-10T16:14:45.911" v="322" actId="1076"/>
          <ac:picMkLst>
            <pc:docMk/>
            <pc:sldMk cId="2271863065" sldId="294"/>
            <ac:picMk id="8" creationId="{08CE60C0-30F9-149B-4CAD-2D9CC389C17F}"/>
          </ac:picMkLst>
        </pc:picChg>
      </pc:sldChg>
      <pc:sldChg chg="addSp delSp modSp add mod">
        <pc:chgData name="ADHI NEERAJA-[BL.EN.U4CSE22004]" userId="6396ec15-001b-4d98-abfc-238ef2626ed9" providerId="ADAL" clId="{5DF1C245-BB49-4B0F-ADE3-66260CF54FC5}" dt="2025-11-10T16:19:18.439" v="372" actId="2711"/>
        <pc:sldMkLst>
          <pc:docMk/>
          <pc:sldMk cId="213531934" sldId="295"/>
        </pc:sldMkLst>
        <pc:spChg chg="add mod">
          <ac:chgData name="ADHI NEERAJA-[BL.EN.U4CSE22004]" userId="6396ec15-001b-4d98-abfc-238ef2626ed9" providerId="ADAL" clId="{5DF1C245-BB49-4B0F-ADE3-66260CF54FC5}" dt="2025-11-10T16:19:18.439" v="372" actId="2711"/>
          <ac:spMkLst>
            <pc:docMk/>
            <pc:sldMk cId="213531934" sldId="295"/>
            <ac:spMk id="8" creationId="{456A2CA7-5CAE-EDB3-7798-E55E9A018001}"/>
          </ac:spMkLst>
        </pc:spChg>
        <pc:picChg chg="del">
          <ac:chgData name="ADHI NEERAJA-[BL.EN.U4CSE22004]" userId="6396ec15-001b-4d98-abfc-238ef2626ed9" providerId="ADAL" clId="{5DF1C245-BB49-4B0F-ADE3-66260CF54FC5}" dt="2025-11-10T16:13:43.349" v="313" actId="478"/>
          <ac:picMkLst>
            <pc:docMk/>
            <pc:sldMk cId="213531934" sldId="295"/>
            <ac:picMk id="4" creationId="{4B7D7949-A2C7-0A04-1E86-78A6F65AF24B}"/>
          </ac:picMkLst>
        </pc:picChg>
        <pc:picChg chg="add mod">
          <ac:chgData name="ADHI NEERAJA-[BL.EN.U4CSE22004]" userId="6396ec15-001b-4d98-abfc-238ef2626ed9" providerId="ADAL" clId="{5DF1C245-BB49-4B0F-ADE3-66260CF54FC5}" dt="2025-11-10T16:14:56.392" v="324" actId="1076"/>
          <ac:picMkLst>
            <pc:docMk/>
            <pc:sldMk cId="213531934" sldId="295"/>
            <ac:picMk id="5" creationId="{94107DEA-24D1-BADE-5677-F278B1C80981}"/>
          </ac:picMkLst>
        </pc:picChg>
      </pc:sldChg>
      <pc:sldChg chg="addSp delSp modSp add mod">
        <pc:chgData name="ADHI NEERAJA-[BL.EN.U4CSE22004]" userId="6396ec15-001b-4d98-abfc-238ef2626ed9" providerId="ADAL" clId="{5DF1C245-BB49-4B0F-ADE3-66260CF54FC5}" dt="2025-11-10T16:24:51.933" v="436" actId="1076"/>
        <pc:sldMkLst>
          <pc:docMk/>
          <pc:sldMk cId="3032024828" sldId="296"/>
        </pc:sldMkLst>
        <pc:spChg chg="del">
          <ac:chgData name="ADHI NEERAJA-[BL.EN.U4CSE22004]" userId="6396ec15-001b-4d98-abfc-238ef2626ed9" providerId="ADAL" clId="{5DF1C245-BB49-4B0F-ADE3-66260CF54FC5}" dt="2025-11-10T16:21:48.460" v="377" actId="21"/>
          <ac:spMkLst>
            <pc:docMk/>
            <pc:sldMk cId="3032024828" sldId="296"/>
            <ac:spMk id="8" creationId="{E683ED85-62BE-3CAC-1936-C39BE8D0E075}"/>
          </ac:spMkLst>
        </pc:spChg>
        <pc:spChg chg="add mod">
          <ac:chgData name="ADHI NEERAJA-[BL.EN.U4CSE22004]" userId="6396ec15-001b-4d98-abfc-238ef2626ed9" providerId="ADAL" clId="{5DF1C245-BB49-4B0F-ADE3-66260CF54FC5}" dt="2025-11-10T16:24:51.933" v="436" actId="1076"/>
          <ac:spMkLst>
            <pc:docMk/>
            <pc:sldMk cId="3032024828" sldId="296"/>
            <ac:spMk id="11" creationId="{09194721-2B63-2A54-6DC0-64B2372A5665}"/>
          </ac:spMkLst>
        </pc:spChg>
        <pc:picChg chg="add mod modCrop">
          <ac:chgData name="ADHI NEERAJA-[BL.EN.U4CSE22004]" userId="6396ec15-001b-4d98-abfc-238ef2626ed9" providerId="ADAL" clId="{5DF1C245-BB49-4B0F-ADE3-66260CF54FC5}" dt="2025-11-10T16:24:16.377" v="391" actId="1076"/>
          <ac:picMkLst>
            <pc:docMk/>
            <pc:sldMk cId="3032024828" sldId="296"/>
            <ac:picMk id="4" creationId="{2B543806-90D6-6D30-4696-B0091A0194EF}"/>
          </ac:picMkLst>
        </pc:picChg>
        <pc:picChg chg="del">
          <ac:chgData name="ADHI NEERAJA-[BL.EN.U4CSE22004]" userId="6396ec15-001b-4d98-abfc-238ef2626ed9" providerId="ADAL" clId="{5DF1C245-BB49-4B0F-ADE3-66260CF54FC5}" dt="2025-11-10T16:21:43.136" v="376" actId="478"/>
          <ac:picMkLst>
            <pc:docMk/>
            <pc:sldMk cId="3032024828" sldId="296"/>
            <ac:picMk id="5" creationId="{0B90CD6B-FBD8-4EA8-8900-E0FA5B17FE3C}"/>
          </ac:picMkLst>
        </pc:picChg>
        <pc:picChg chg="add mod modCrop">
          <ac:chgData name="ADHI NEERAJA-[BL.EN.U4CSE22004]" userId="6396ec15-001b-4d98-abfc-238ef2626ed9" providerId="ADAL" clId="{5DF1C245-BB49-4B0F-ADE3-66260CF54FC5}" dt="2025-11-10T16:24:19.175" v="392" actId="1076"/>
          <ac:picMkLst>
            <pc:docMk/>
            <pc:sldMk cId="3032024828" sldId="296"/>
            <ac:picMk id="9" creationId="{7C3FDBF6-1279-E310-3E30-B2C0CD9966BB}"/>
          </ac:picMkLst>
        </pc:picChg>
      </pc:sldChg>
      <pc:sldMasterChg chg="delSldLayout">
        <pc:chgData name="ADHI NEERAJA-[BL.EN.U4CSE22004]" userId="6396ec15-001b-4d98-abfc-238ef2626ed9" providerId="ADAL" clId="{5DF1C245-BB49-4B0F-ADE3-66260CF54FC5}" dt="2025-11-10T16:09:58.140" v="287" actId="2696"/>
        <pc:sldMasterMkLst>
          <pc:docMk/>
          <pc:sldMasterMk cId="2324419307" sldId="2147483660"/>
        </pc:sldMasterMkLst>
        <pc:sldLayoutChg chg="del">
          <pc:chgData name="ADHI NEERAJA-[BL.EN.U4CSE22004]" userId="6396ec15-001b-4d98-abfc-238ef2626ed9" providerId="ADAL" clId="{5DF1C245-BB49-4B0F-ADE3-66260CF54FC5}" dt="2025-11-10T16:00:55.029" v="91" actId="2696"/>
          <pc:sldLayoutMkLst>
            <pc:docMk/>
            <pc:sldMasterMk cId="2324419307" sldId="2147483660"/>
            <pc:sldLayoutMk cId="3868719428" sldId="2147483663"/>
          </pc:sldLayoutMkLst>
        </pc:sldLayoutChg>
        <pc:sldLayoutChg chg="del">
          <pc:chgData name="ADHI NEERAJA-[BL.EN.U4CSE22004]" userId="6396ec15-001b-4d98-abfc-238ef2626ed9" providerId="ADAL" clId="{5DF1C245-BB49-4B0F-ADE3-66260CF54FC5}" dt="2025-11-10T16:09:58.140" v="287" actId="2696"/>
          <pc:sldLayoutMkLst>
            <pc:docMk/>
            <pc:sldMasterMk cId="2324419307" sldId="2147483660"/>
            <pc:sldLayoutMk cId="1866278120" sldId="214748366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50F53-3A16-4ED8-AA36-47CFE1DD2BF6}" type="datetimeFigureOut">
              <a:rPr lang="en-US" smtClean="0"/>
              <a:t>11/10/2025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6823AA-1EC6-426E-8206-9963D2A61B2D}" type="slidenum">
              <a:rPr lang="en-US" smtClean="0"/>
              <a:t>‹#›</a:t>
            </a:fld>
            <a:endParaRPr lang="en-US" dirty="0"/>
          </a:p>
        </p:txBody>
      </p:sp>
    </p:spTree>
    <p:extLst>
      <p:ext uri="{BB962C8B-B14F-4D97-AF65-F5344CB8AC3E}">
        <p14:creationId xmlns:p14="http://schemas.microsoft.com/office/powerpoint/2010/main" val="3772643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77" name="Google Shape;7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8542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8883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A65C5EF-8EB7-1ECC-25AC-E7BD31AD95BA}"/>
            </a:ext>
          </a:extLst>
        </p:cNvPr>
        <p:cNvGrpSpPr/>
        <p:nvPr/>
      </p:nvGrpSpPr>
      <p:grpSpPr>
        <a:xfrm>
          <a:off x="0" y="0"/>
          <a:ext cx="0" cy="0"/>
          <a:chOff x="0" y="0"/>
          <a:chExt cx="0" cy="0"/>
        </a:xfrm>
      </p:grpSpPr>
      <p:sp>
        <p:nvSpPr>
          <p:cNvPr id="86" name="Google Shape;86;p2:notes">
            <a:extLst>
              <a:ext uri="{FF2B5EF4-FFF2-40B4-BE49-F238E27FC236}">
                <a16:creationId xmlns:a16="http://schemas.microsoft.com/office/drawing/2014/main" id="{BEE5FC77-57C7-35DE-CFE9-36ABDBD21A5D}"/>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87" name="Google Shape;87;p2:notes">
            <a:extLst>
              <a:ext uri="{FF2B5EF4-FFF2-40B4-BE49-F238E27FC236}">
                <a16:creationId xmlns:a16="http://schemas.microsoft.com/office/drawing/2014/main" id="{E6161EF0-CDCF-9B1B-992B-EF62D9001E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051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1ABD75B-27E9-DD84-BCD4-0F478D03E406}"/>
            </a:ext>
          </a:extLst>
        </p:cNvPr>
        <p:cNvGrpSpPr/>
        <p:nvPr/>
      </p:nvGrpSpPr>
      <p:grpSpPr>
        <a:xfrm>
          <a:off x="0" y="0"/>
          <a:ext cx="0" cy="0"/>
          <a:chOff x="0" y="0"/>
          <a:chExt cx="0" cy="0"/>
        </a:xfrm>
      </p:grpSpPr>
      <p:sp>
        <p:nvSpPr>
          <p:cNvPr id="86" name="Google Shape;86;p2:notes">
            <a:extLst>
              <a:ext uri="{FF2B5EF4-FFF2-40B4-BE49-F238E27FC236}">
                <a16:creationId xmlns:a16="http://schemas.microsoft.com/office/drawing/2014/main" id="{9606C339-311F-193F-DACA-C3F33D32E657}"/>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87" name="Google Shape;87;p2:notes">
            <a:extLst>
              <a:ext uri="{FF2B5EF4-FFF2-40B4-BE49-F238E27FC236}">
                <a16:creationId xmlns:a16="http://schemas.microsoft.com/office/drawing/2014/main" id="{AECBE22A-C078-1AC7-B286-41C8049B16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1481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428538B9-A3A2-5596-0B7F-0C27A60FDF8D}"/>
            </a:ext>
          </a:extLst>
        </p:cNvPr>
        <p:cNvGrpSpPr/>
        <p:nvPr/>
      </p:nvGrpSpPr>
      <p:grpSpPr>
        <a:xfrm>
          <a:off x="0" y="0"/>
          <a:ext cx="0" cy="0"/>
          <a:chOff x="0" y="0"/>
          <a:chExt cx="0" cy="0"/>
        </a:xfrm>
      </p:grpSpPr>
      <p:sp>
        <p:nvSpPr>
          <p:cNvPr id="94" name="Google Shape;94;p3:notes">
            <a:extLst>
              <a:ext uri="{FF2B5EF4-FFF2-40B4-BE49-F238E27FC236}">
                <a16:creationId xmlns:a16="http://schemas.microsoft.com/office/drawing/2014/main" id="{3F6692A3-9A47-6A20-B7AF-094574BA9C91}"/>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95" name="Google Shape;95;p3:notes">
            <a:extLst>
              <a:ext uri="{FF2B5EF4-FFF2-40B4-BE49-F238E27FC236}">
                <a16:creationId xmlns:a16="http://schemas.microsoft.com/office/drawing/2014/main" id="{28E1409F-789A-52D5-0751-846BA6A5ED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125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51F8DCBC-16D7-AA9F-3755-F0EC04B3CD60}"/>
            </a:ext>
          </a:extLst>
        </p:cNvPr>
        <p:cNvGrpSpPr/>
        <p:nvPr/>
      </p:nvGrpSpPr>
      <p:grpSpPr>
        <a:xfrm>
          <a:off x="0" y="0"/>
          <a:ext cx="0" cy="0"/>
          <a:chOff x="0" y="0"/>
          <a:chExt cx="0" cy="0"/>
        </a:xfrm>
      </p:grpSpPr>
      <p:sp>
        <p:nvSpPr>
          <p:cNvPr id="94" name="Google Shape;94;p3:notes">
            <a:extLst>
              <a:ext uri="{FF2B5EF4-FFF2-40B4-BE49-F238E27FC236}">
                <a16:creationId xmlns:a16="http://schemas.microsoft.com/office/drawing/2014/main" id="{2C1F1E27-D7CF-7F6A-6734-656B6F2B57A6}"/>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95" name="Google Shape;95;p3:notes">
            <a:extLst>
              <a:ext uri="{FF2B5EF4-FFF2-40B4-BE49-F238E27FC236}">
                <a16:creationId xmlns:a16="http://schemas.microsoft.com/office/drawing/2014/main" id="{47A435A1-2D81-ADCE-9CC5-AA5D124E12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1221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D063486B-22DA-E992-FA14-50DD3BAF47A5}"/>
            </a:ext>
          </a:extLst>
        </p:cNvPr>
        <p:cNvGrpSpPr/>
        <p:nvPr/>
      </p:nvGrpSpPr>
      <p:grpSpPr>
        <a:xfrm>
          <a:off x="0" y="0"/>
          <a:ext cx="0" cy="0"/>
          <a:chOff x="0" y="0"/>
          <a:chExt cx="0" cy="0"/>
        </a:xfrm>
      </p:grpSpPr>
      <p:sp>
        <p:nvSpPr>
          <p:cNvPr id="94" name="Google Shape;94;p3:notes">
            <a:extLst>
              <a:ext uri="{FF2B5EF4-FFF2-40B4-BE49-F238E27FC236}">
                <a16:creationId xmlns:a16="http://schemas.microsoft.com/office/drawing/2014/main" id="{9BFE6E52-38B2-8234-4C9F-7D161EE68D08}"/>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95" name="Google Shape;95;p3:notes">
            <a:extLst>
              <a:ext uri="{FF2B5EF4-FFF2-40B4-BE49-F238E27FC236}">
                <a16:creationId xmlns:a16="http://schemas.microsoft.com/office/drawing/2014/main" id="{C49714A5-2A4A-24D1-F238-A147D0991D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1831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DEC26A2-6F4F-4371-9FEA-8ACB0344133D}"/>
            </a:ext>
          </a:extLst>
        </p:cNvPr>
        <p:cNvGrpSpPr/>
        <p:nvPr/>
      </p:nvGrpSpPr>
      <p:grpSpPr>
        <a:xfrm>
          <a:off x="0" y="0"/>
          <a:ext cx="0" cy="0"/>
          <a:chOff x="0" y="0"/>
          <a:chExt cx="0" cy="0"/>
        </a:xfrm>
      </p:grpSpPr>
      <p:sp>
        <p:nvSpPr>
          <p:cNvPr id="86" name="Google Shape;86;p2:notes">
            <a:extLst>
              <a:ext uri="{FF2B5EF4-FFF2-40B4-BE49-F238E27FC236}">
                <a16:creationId xmlns:a16="http://schemas.microsoft.com/office/drawing/2014/main" id="{DD16C19C-5AB0-BC74-EBD1-BA370A56C856}"/>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87" name="Google Shape;87;p2:notes">
            <a:extLst>
              <a:ext uri="{FF2B5EF4-FFF2-40B4-BE49-F238E27FC236}">
                <a16:creationId xmlns:a16="http://schemas.microsoft.com/office/drawing/2014/main" id="{29BEEB19-B649-E9F4-A0E8-4C4B5BE2A9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0316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6421a77b42_0_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2860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46AAD751-D1D5-A741-DA0A-10F419812B58}"/>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2E83F64D-A774-DED9-4F00-ACD1E0B0C350}"/>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7470883A-4842-24A0-CB0D-BBB8BC61CA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529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7CD06F2A-A87E-4CD0-5917-73099E86ED35}"/>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7CF10971-673C-EF2D-C760-92C90250B775}"/>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9C5AD579-7635-A504-B9EA-E4AFFDD43C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1416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E67D5707-F356-C317-90F2-11CC46A770D4}"/>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8418CD66-1793-0014-EAFC-7BC9E4B9CC89}"/>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A2B6534F-C9EA-7383-759A-FD7A6E9D45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7768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3C2A8D84-F35C-B475-4B9C-C14FAEA322AB}"/>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4C21F8B6-D419-AD8D-31BD-1206A60C7196}"/>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53E12C0E-19D7-C3BB-3C43-9AC6E0BE97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2715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00EE8E7E-6C5C-A5E4-30CB-28070D7742C5}"/>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78EA7C87-7734-1DBE-4F79-774EE406C618}"/>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AB1606BE-A6E0-3AA3-1CE2-CFE864A110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8829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D7457AAC-0609-1749-8A87-BB75D63E7950}"/>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7C66995F-5653-BE43-6681-65BC7534176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95E15945-41E2-9374-52FB-EA5EA7850B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6374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61BA5AA7-F940-B4E1-8F5A-C53C715ADCB2}"/>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6D8ED54E-B7E0-B22F-AAC3-4F2822896550}"/>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3EDB8AD7-B67B-9152-BEF0-67C7CFC817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8768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16FE30-6A69-DEC3-67EB-79E70470661F}"/>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DEE28ED1-28D5-1891-32A4-4C13C1B01120}"/>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90FFD04A-33E0-CDE5-9C38-AABEAD0D50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1213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F7A37452-5934-A3B7-0FF4-76F33D55A523}"/>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3BFB1C75-C131-C9D5-6ABC-AE2EDE6EF99A}"/>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6634B380-541A-1A9F-B7E5-D49ECFECBE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939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DF2F793A-F436-B937-B40C-E3A159C4648B}"/>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1947CDF6-F52D-0E35-D6FA-7E38A0792AF9}"/>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75390C34-EF2E-EBA9-19DF-3B3D5AE734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0597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AE86A6-AC41-9E7A-D88C-729B1AFDFAED}"/>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0A219BCE-5D14-C55C-3996-4AD2D20B5FF2}"/>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2326E7BC-C1BE-759F-F7D1-C10DB150EF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62745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07D70732-A5AF-62BF-CBD1-4E5572215AAE}"/>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F06D81C3-EA4F-9CAD-F7C6-314DAEFAEE17}"/>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F701D368-28C9-471A-6192-2BC7569530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5375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76691BCD-C150-0361-D1C5-6F48F0F68A8B}"/>
            </a:ext>
          </a:extLst>
        </p:cNvPr>
        <p:cNvGrpSpPr/>
        <p:nvPr/>
      </p:nvGrpSpPr>
      <p:grpSpPr>
        <a:xfrm>
          <a:off x="0" y="0"/>
          <a:ext cx="0" cy="0"/>
          <a:chOff x="0" y="0"/>
          <a:chExt cx="0" cy="0"/>
        </a:xfrm>
      </p:grpSpPr>
      <p:sp>
        <p:nvSpPr>
          <p:cNvPr id="129" name="Google Shape;129;g36421a77b42_0_10:notes">
            <a:extLst>
              <a:ext uri="{FF2B5EF4-FFF2-40B4-BE49-F238E27FC236}">
                <a16:creationId xmlns:a16="http://schemas.microsoft.com/office/drawing/2014/main" id="{67D749A1-8B05-635A-1540-380B5B71F95D}"/>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30" name="Google Shape;130;g36421a77b42_0_10:notes">
            <a:extLst>
              <a:ext uri="{FF2B5EF4-FFF2-40B4-BE49-F238E27FC236}">
                <a16:creationId xmlns:a16="http://schemas.microsoft.com/office/drawing/2014/main" id="{0942CE7B-769B-CDB2-2F95-673BA1369D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0757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80" name="Google Shape;18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2590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0DD97E7C-7A3E-B347-8965-11E2C39C8D55}"/>
            </a:ext>
          </a:extLst>
        </p:cNvPr>
        <p:cNvGrpSpPr/>
        <p:nvPr/>
      </p:nvGrpSpPr>
      <p:grpSpPr>
        <a:xfrm>
          <a:off x="0" y="0"/>
          <a:ext cx="0" cy="0"/>
          <a:chOff x="0" y="0"/>
          <a:chExt cx="0" cy="0"/>
        </a:xfrm>
      </p:grpSpPr>
      <p:sp>
        <p:nvSpPr>
          <p:cNvPr id="179" name="Google Shape;179;p8:notes">
            <a:extLst>
              <a:ext uri="{FF2B5EF4-FFF2-40B4-BE49-F238E27FC236}">
                <a16:creationId xmlns:a16="http://schemas.microsoft.com/office/drawing/2014/main" id="{6E29C324-027D-0B16-725B-93DC4FB2B75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180" name="Google Shape;180;p8:notes">
            <a:extLst>
              <a:ext uri="{FF2B5EF4-FFF2-40B4-BE49-F238E27FC236}">
                <a16:creationId xmlns:a16="http://schemas.microsoft.com/office/drawing/2014/main" id="{42C02BFF-51F3-84C9-2C54-36FBF091E8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48644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6421a77b42_0_3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201" name="Google Shape;201;g36421a77b42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0980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D7B1C156-38B1-DCA2-39EB-F795FF0014BA}"/>
            </a:ext>
          </a:extLst>
        </p:cNvPr>
        <p:cNvGrpSpPr/>
        <p:nvPr/>
      </p:nvGrpSpPr>
      <p:grpSpPr>
        <a:xfrm>
          <a:off x="0" y="0"/>
          <a:ext cx="0" cy="0"/>
          <a:chOff x="0" y="0"/>
          <a:chExt cx="0" cy="0"/>
        </a:xfrm>
      </p:grpSpPr>
      <p:sp>
        <p:nvSpPr>
          <p:cNvPr id="200" name="Google Shape;200;g36421a77b42_0_30:notes">
            <a:extLst>
              <a:ext uri="{FF2B5EF4-FFF2-40B4-BE49-F238E27FC236}">
                <a16:creationId xmlns:a16="http://schemas.microsoft.com/office/drawing/2014/main" id="{97F15F1D-A0CD-40CA-967B-C8374194992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201" name="Google Shape;201;g36421a77b42_0_30:notes">
            <a:extLst>
              <a:ext uri="{FF2B5EF4-FFF2-40B4-BE49-F238E27FC236}">
                <a16:creationId xmlns:a16="http://schemas.microsoft.com/office/drawing/2014/main" id="{D33E3084-C364-2FE4-9508-6F332E8AA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2988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endParaRPr dirty="0"/>
          </a:p>
        </p:txBody>
      </p:sp>
      <p:sp>
        <p:nvSpPr>
          <p:cNvPr id="208" name="Google Shape;20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3247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type="tx">
  <p:cSld name="Default">
    <p:spTree>
      <p:nvGrpSpPr>
        <p:cNvPr id="1" name="Shape 12"/>
        <p:cNvGrpSpPr/>
        <p:nvPr/>
      </p:nvGrpSpPr>
      <p:grpSpPr>
        <a:xfrm>
          <a:off x="0" y="0"/>
          <a:ext cx="0" cy="0"/>
          <a:chOff x="0" y="0"/>
          <a:chExt cx="0" cy="0"/>
        </a:xfrm>
      </p:grpSpPr>
      <p:sp>
        <p:nvSpPr>
          <p:cNvPr id="13" name="Google Shape;13;p12"/>
          <p:cNvSpPr txBox="1">
            <a:spLocks noGrp="1"/>
          </p:cNvSpPr>
          <p:nvPr>
            <p:ph type="sldNum" idx="12"/>
          </p:nvPr>
        </p:nvSpPr>
        <p:spPr>
          <a:xfrm>
            <a:off x="11078257" y="381000"/>
            <a:ext cx="402545" cy="307736"/>
          </a:xfrm>
          <a:prstGeom prst="rect">
            <a:avLst/>
          </a:prstGeom>
          <a:noFill/>
          <a:ln>
            <a:noFill/>
          </a:ln>
        </p:spPr>
        <p:txBody>
          <a:bodyPr spcFirstLastPara="1" wrap="square" lIns="45700" tIns="45700" rIns="45700" bIns="45700" anchor="t" anchorCtr="0">
            <a:spAutoFit/>
          </a:bodyPr>
          <a:lstStyle>
            <a:lvl1pPr marL="0" lvl="0"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1pPr>
            <a:lvl2pPr marL="0" lvl="1"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2pPr>
            <a:lvl3pPr marL="0" lvl="2"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3pPr>
            <a:lvl4pPr marL="0" lvl="3"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4pPr>
            <a:lvl5pPr marL="0" lvl="4"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5pPr>
            <a:lvl6pPr marL="0" lvl="5"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6pPr>
            <a:lvl7pPr marL="0" lvl="6"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7pPr>
            <a:lvl8pPr marL="0" lvl="7"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8pPr>
            <a:lvl9pPr marL="0" lvl="8"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9pPr>
          </a:lstStyle>
          <a:p>
            <a:fld id="{00000000-1234-1234-1234-123412341234}" type="slidenum">
              <a:rPr lang="en-US" smtClean="0"/>
              <a:pPr/>
              <a:t>‹#›</a:t>
            </a:fld>
            <a:endParaRPr lang="en-US" dirty="0"/>
          </a:p>
        </p:txBody>
      </p:sp>
      <p:sp>
        <p:nvSpPr>
          <p:cNvPr id="14" name="Google Shape;14;p12"/>
          <p:cNvSpPr txBox="1">
            <a:spLocks noGrp="1"/>
          </p:cNvSpPr>
          <p:nvPr>
            <p:ph type="title"/>
          </p:nvPr>
        </p:nvSpPr>
        <p:spPr>
          <a:xfrm>
            <a:off x="609600" y="92074"/>
            <a:ext cx="10972800" cy="1508126"/>
          </a:xfrm>
          <a:prstGeom prst="rect">
            <a:avLst/>
          </a:prstGeom>
          <a:noFill/>
          <a:ln>
            <a:noFill/>
          </a:ln>
        </p:spPr>
        <p:txBody>
          <a:bodyPr spcFirstLastPara="1" wrap="square" lIns="45700" tIns="45700" rIns="45700" bIns="457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Tree>
    <p:extLst>
      <p:ext uri="{BB962C8B-B14F-4D97-AF65-F5344CB8AC3E}">
        <p14:creationId xmlns:p14="http://schemas.microsoft.com/office/powerpoint/2010/main" val="3666880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efault">
  <p:cSld name="1_Default">
    <p:spTree>
      <p:nvGrpSpPr>
        <p:cNvPr id="1" name="Shape 40"/>
        <p:cNvGrpSpPr/>
        <p:nvPr/>
      </p:nvGrpSpPr>
      <p:grpSpPr>
        <a:xfrm>
          <a:off x="0" y="0"/>
          <a:ext cx="0" cy="0"/>
          <a:chOff x="0" y="0"/>
          <a:chExt cx="0" cy="0"/>
        </a:xfrm>
      </p:grpSpPr>
      <p:sp>
        <p:nvSpPr>
          <p:cNvPr id="41" name="Google Shape;41;p17"/>
          <p:cNvSpPr/>
          <p:nvPr/>
        </p:nvSpPr>
        <p:spPr>
          <a:xfrm>
            <a:off x="508000" y="1143000"/>
            <a:ext cx="11277600" cy="5181600"/>
          </a:xfrm>
          <a:prstGeom prst="roundRect">
            <a:avLst>
              <a:gd name="adj" fmla="val 16667"/>
            </a:avLst>
          </a:prstGeom>
          <a:solidFill>
            <a:srgbClr val="FFFFFF"/>
          </a:solidFill>
          <a:ln w="28575" cap="flat" cmpd="sng">
            <a:solidFill>
              <a:srgbClr val="6699F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FF"/>
              </a:buClr>
              <a:buSzPts val="1400"/>
              <a:buFont typeface="Arial"/>
              <a:buNone/>
            </a:pPr>
            <a:endParaRPr sz="1400" b="0" i="0" u="none" strike="noStrike" cap="none" dirty="0">
              <a:solidFill>
                <a:srgbClr val="000000"/>
              </a:solidFill>
              <a:latin typeface="Times New Roman"/>
              <a:ea typeface="Times New Roman"/>
              <a:cs typeface="Times New Roman"/>
              <a:sym typeface="Times New Roman"/>
            </a:endParaRPr>
          </a:p>
        </p:txBody>
      </p:sp>
      <p:pic>
        <p:nvPicPr>
          <p:cNvPr id="42" name="Google Shape;42;p17" descr="collegelogo"/>
          <p:cNvPicPr preferRelativeResize="0"/>
          <p:nvPr/>
        </p:nvPicPr>
        <p:blipFill rotWithShape="1">
          <a:blip r:embed="rId2">
            <a:alphaModFix/>
          </a:blip>
          <a:srcRect/>
          <a:stretch/>
        </p:blipFill>
        <p:spPr>
          <a:xfrm>
            <a:off x="508001" y="76200"/>
            <a:ext cx="1056217" cy="914400"/>
          </a:xfrm>
          <a:prstGeom prst="rect">
            <a:avLst/>
          </a:prstGeom>
          <a:noFill/>
          <a:ln>
            <a:noFill/>
          </a:ln>
        </p:spPr>
      </p:pic>
      <p:sp>
        <p:nvSpPr>
          <p:cNvPr id="43" name="Google Shape;43;p17"/>
          <p:cNvSpPr txBox="1"/>
          <p:nvPr/>
        </p:nvSpPr>
        <p:spPr>
          <a:xfrm>
            <a:off x="1686560" y="304801"/>
            <a:ext cx="9225281" cy="36929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                       </a:t>
            </a:r>
            <a:endParaRPr sz="1800" dirty="0"/>
          </a:p>
        </p:txBody>
      </p:sp>
      <p:sp>
        <p:nvSpPr>
          <p:cNvPr id="44" name="Google Shape;44;p17"/>
          <p:cNvSpPr txBox="1">
            <a:spLocks noGrp="1"/>
          </p:cNvSpPr>
          <p:nvPr>
            <p:ph type="title"/>
          </p:nvPr>
        </p:nvSpPr>
        <p:spPr>
          <a:xfrm>
            <a:off x="1320800" y="1371600"/>
            <a:ext cx="9144000" cy="808038"/>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5" name="Google Shape;45;p17"/>
          <p:cNvSpPr txBox="1">
            <a:spLocks noGrp="1"/>
          </p:cNvSpPr>
          <p:nvPr>
            <p:ph type="body" idx="1"/>
          </p:nvPr>
        </p:nvSpPr>
        <p:spPr>
          <a:xfrm>
            <a:off x="1219200" y="2362201"/>
            <a:ext cx="9753600" cy="3763963"/>
          </a:xfrm>
          <a:prstGeom prst="rect">
            <a:avLst/>
          </a:prstGeom>
          <a:solidFill>
            <a:srgbClr val="FFFFFF"/>
          </a:solidFill>
          <a:ln>
            <a:noFill/>
          </a:ln>
        </p:spPr>
        <p:txBody>
          <a:bodyPr spcFirstLastPara="1" wrap="square" lIns="45700" tIns="45700" rIns="45700" bIns="45700" anchor="t" anchorCtr="0">
            <a:normAutofit/>
          </a:bodyPr>
          <a:lstStyle>
            <a:lvl1pPr marL="457200" lvl="0" indent="-342900" algn="l">
              <a:lnSpc>
                <a:spcPct val="100000"/>
              </a:lnSpc>
              <a:spcBef>
                <a:spcPts val="400"/>
              </a:spcBef>
              <a:spcAft>
                <a:spcPts val="0"/>
              </a:spcAft>
              <a:buClr>
                <a:srgbClr val="000000"/>
              </a:buClr>
              <a:buSzPts val="1800"/>
              <a:buChar char="»"/>
              <a:defRPr/>
            </a:lvl1pPr>
            <a:lvl2pPr marL="914400" lvl="1" indent="-342900" algn="l">
              <a:lnSpc>
                <a:spcPct val="100000"/>
              </a:lnSpc>
              <a:spcBef>
                <a:spcPts val="400"/>
              </a:spcBef>
              <a:spcAft>
                <a:spcPts val="0"/>
              </a:spcAft>
              <a:buClr>
                <a:srgbClr val="000000"/>
              </a:buClr>
              <a:buSzPts val="1800"/>
              <a:buChar char="–"/>
              <a:defRPr/>
            </a:lvl2pPr>
            <a:lvl3pPr marL="1371600" lvl="2" indent="-342900" algn="l">
              <a:lnSpc>
                <a:spcPct val="100000"/>
              </a:lnSpc>
              <a:spcBef>
                <a:spcPts val="400"/>
              </a:spcBef>
              <a:spcAft>
                <a:spcPts val="0"/>
              </a:spcAft>
              <a:buClr>
                <a:srgbClr val="000000"/>
              </a:buClr>
              <a:buSzPts val="1800"/>
              <a:buChar char="•"/>
              <a:defRPr/>
            </a:lvl3pPr>
            <a:lvl4pPr marL="1828800" lvl="3" indent="-342900" algn="l">
              <a:lnSpc>
                <a:spcPct val="100000"/>
              </a:lnSpc>
              <a:spcBef>
                <a:spcPts val="400"/>
              </a:spcBef>
              <a:spcAft>
                <a:spcPts val="0"/>
              </a:spcAft>
              <a:buClr>
                <a:srgbClr val="000000"/>
              </a:buClr>
              <a:buSzPts val="1800"/>
              <a:buChar char="–"/>
              <a:defRPr/>
            </a:lvl4pPr>
            <a:lvl5pPr marL="2286000" lvl="4" indent="-342900" algn="l">
              <a:lnSpc>
                <a:spcPct val="100000"/>
              </a:lnSpc>
              <a:spcBef>
                <a:spcPts val="400"/>
              </a:spcBef>
              <a:spcAft>
                <a:spcPts val="0"/>
              </a:spcAft>
              <a:buClr>
                <a:srgbClr val="000000"/>
              </a:buClr>
              <a:buSzPts val="1800"/>
              <a:buChar char="»"/>
              <a:defRPr/>
            </a:lvl5pPr>
            <a:lvl6pPr marL="2743200" lvl="5" indent="-342900" algn="l">
              <a:lnSpc>
                <a:spcPct val="100000"/>
              </a:lnSpc>
              <a:spcBef>
                <a:spcPts val="400"/>
              </a:spcBef>
              <a:spcAft>
                <a:spcPts val="0"/>
              </a:spcAft>
              <a:buClr>
                <a:srgbClr val="000000"/>
              </a:buClr>
              <a:buSzPts val="1800"/>
              <a:buChar char="●"/>
              <a:defRPr/>
            </a:lvl6pPr>
            <a:lvl7pPr marL="3200400" lvl="6" indent="-342900" algn="l">
              <a:lnSpc>
                <a:spcPct val="100000"/>
              </a:lnSpc>
              <a:spcBef>
                <a:spcPts val="400"/>
              </a:spcBef>
              <a:spcAft>
                <a:spcPts val="0"/>
              </a:spcAft>
              <a:buClr>
                <a:srgbClr val="000000"/>
              </a:buClr>
              <a:buSzPts val="1800"/>
              <a:buChar char="●"/>
              <a:defRPr/>
            </a:lvl7pPr>
            <a:lvl8pPr marL="3657600" lvl="7" indent="-342900" algn="l">
              <a:lnSpc>
                <a:spcPct val="100000"/>
              </a:lnSpc>
              <a:spcBef>
                <a:spcPts val="400"/>
              </a:spcBef>
              <a:spcAft>
                <a:spcPts val="0"/>
              </a:spcAft>
              <a:buClr>
                <a:srgbClr val="000000"/>
              </a:buClr>
              <a:buSzPts val="1800"/>
              <a:buChar char="●"/>
              <a:defRPr/>
            </a:lvl8pPr>
            <a:lvl9pPr marL="4114800" lvl="8" indent="-342900" algn="l">
              <a:lnSpc>
                <a:spcPct val="100000"/>
              </a:lnSpc>
              <a:spcBef>
                <a:spcPts val="400"/>
              </a:spcBef>
              <a:spcAft>
                <a:spcPts val="0"/>
              </a:spcAft>
              <a:buClr>
                <a:srgbClr val="000000"/>
              </a:buClr>
              <a:buSzPts val="1800"/>
              <a:buChar char="●"/>
              <a:defRPr/>
            </a:lvl9pPr>
          </a:lstStyle>
          <a:p>
            <a:endParaRPr/>
          </a:p>
        </p:txBody>
      </p:sp>
      <p:sp>
        <p:nvSpPr>
          <p:cNvPr id="46" name="Google Shape;46;p17"/>
          <p:cNvSpPr txBox="1">
            <a:spLocks noGrp="1"/>
          </p:cNvSpPr>
          <p:nvPr>
            <p:ph type="sldNum" idx="12"/>
          </p:nvPr>
        </p:nvSpPr>
        <p:spPr>
          <a:xfrm>
            <a:off x="11078257" y="381000"/>
            <a:ext cx="402545" cy="307736"/>
          </a:xfrm>
          <a:prstGeom prst="rect">
            <a:avLst/>
          </a:prstGeom>
          <a:noFill/>
          <a:ln>
            <a:noFill/>
          </a:ln>
        </p:spPr>
        <p:txBody>
          <a:bodyPr spcFirstLastPara="1" wrap="square" lIns="45700" tIns="45700" rIns="45700" bIns="45700" anchor="t" anchorCtr="0">
            <a:spAutoFit/>
          </a:bodyPr>
          <a:lstStyle>
            <a:lvl1pPr marL="0" lvl="0"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1pPr>
            <a:lvl2pPr marL="0" lvl="1"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2pPr>
            <a:lvl3pPr marL="0" lvl="2"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3pPr>
            <a:lvl4pPr marL="0" lvl="3"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4pPr>
            <a:lvl5pPr marL="0" lvl="4"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5pPr>
            <a:lvl6pPr marL="0" lvl="5"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6pPr>
            <a:lvl7pPr marL="0" lvl="6"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7pPr>
            <a:lvl8pPr marL="0" lvl="7"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8pPr>
            <a:lvl9pPr marL="0" lvl="8"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1679107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Default">
  <p:cSld name="1_Default">
    <p:spTree>
      <p:nvGrpSpPr>
        <p:cNvPr id="1" name="Shape 47"/>
        <p:cNvGrpSpPr/>
        <p:nvPr/>
      </p:nvGrpSpPr>
      <p:grpSpPr>
        <a:xfrm>
          <a:off x="0" y="0"/>
          <a:ext cx="0" cy="0"/>
          <a:chOff x="0" y="0"/>
          <a:chExt cx="0" cy="0"/>
        </a:xfrm>
      </p:grpSpPr>
      <p:sp>
        <p:nvSpPr>
          <p:cNvPr id="48" name="Google Shape;48;p18"/>
          <p:cNvSpPr/>
          <p:nvPr/>
        </p:nvSpPr>
        <p:spPr>
          <a:xfrm>
            <a:off x="508000" y="1143000"/>
            <a:ext cx="11277600" cy="5181600"/>
          </a:xfrm>
          <a:prstGeom prst="roundRect">
            <a:avLst>
              <a:gd name="adj" fmla="val 16667"/>
            </a:avLst>
          </a:prstGeom>
          <a:solidFill>
            <a:srgbClr val="FFFFFF"/>
          </a:solidFill>
          <a:ln w="28575" cap="flat" cmpd="sng">
            <a:solidFill>
              <a:srgbClr val="6699F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FF"/>
              </a:buClr>
              <a:buSzPts val="1400"/>
              <a:buFont typeface="Arial"/>
              <a:buNone/>
            </a:pPr>
            <a:endParaRPr sz="1400" b="0" i="0" u="none" strike="noStrike" cap="none" dirty="0">
              <a:solidFill>
                <a:srgbClr val="000000"/>
              </a:solidFill>
              <a:latin typeface="Times New Roman"/>
              <a:ea typeface="Times New Roman"/>
              <a:cs typeface="Times New Roman"/>
              <a:sym typeface="Times New Roman"/>
            </a:endParaRPr>
          </a:p>
        </p:txBody>
      </p:sp>
      <p:pic>
        <p:nvPicPr>
          <p:cNvPr id="49" name="Google Shape;49;p18" descr="collegelogo"/>
          <p:cNvPicPr preferRelativeResize="0"/>
          <p:nvPr/>
        </p:nvPicPr>
        <p:blipFill rotWithShape="1">
          <a:blip r:embed="rId2">
            <a:alphaModFix/>
          </a:blip>
          <a:srcRect/>
          <a:stretch/>
        </p:blipFill>
        <p:spPr>
          <a:xfrm>
            <a:off x="508001" y="76200"/>
            <a:ext cx="1056217" cy="914400"/>
          </a:xfrm>
          <a:prstGeom prst="rect">
            <a:avLst/>
          </a:prstGeom>
          <a:noFill/>
          <a:ln>
            <a:noFill/>
          </a:ln>
        </p:spPr>
      </p:pic>
      <p:sp>
        <p:nvSpPr>
          <p:cNvPr id="50" name="Google Shape;50;p18"/>
          <p:cNvSpPr txBox="1"/>
          <p:nvPr/>
        </p:nvSpPr>
        <p:spPr>
          <a:xfrm>
            <a:off x="1686560" y="304801"/>
            <a:ext cx="9225281" cy="36929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                       </a:t>
            </a:r>
            <a:endParaRPr sz="1800" dirty="0"/>
          </a:p>
        </p:txBody>
      </p:sp>
      <p:sp>
        <p:nvSpPr>
          <p:cNvPr id="51" name="Google Shape;51;p18"/>
          <p:cNvSpPr txBox="1">
            <a:spLocks noGrp="1"/>
          </p:cNvSpPr>
          <p:nvPr>
            <p:ph type="title"/>
          </p:nvPr>
        </p:nvSpPr>
        <p:spPr>
          <a:xfrm>
            <a:off x="1320800" y="1371600"/>
            <a:ext cx="9144000" cy="808038"/>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2" name="Google Shape;52;p18"/>
          <p:cNvSpPr txBox="1">
            <a:spLocks noGrp="1"/>
          </p:cNvSpPr>
          <p:nvPr>
            <p:ph type="body" idx="1"/>
          </p:nvPr>
        </p:nvSpPr>
        <p:spPr>
          <a:xfrm>
            <a:off x="1219200" y="2362201"/>
            <a:ext cx="9753600" cy="3763963"/>
          </a:xfrm>
          <a:prstGeom prst="rect">
            <a:avLst/>
          </a:prstGeom>
          <a:solidFill>
            <a:srgbClr val="FFFFFF"/>
          </a:solidFill>
          <a:ln>
            <a:noFill/>
          </a:ln>
        </p:spPr>
        <p:txBody>
          <a:bodyPr spcFirstLastPara="1" wrap="square" lIns="45700" tIns="45700" rIns="45700" bIns="45700" anchor="t" anchorCtr="0">
            <a:normAutofit/>
          </a:bodyPr>
          <a:lstStyle>
            <a:lvl1pPr marL="457200" lvl="0" indent="-342900" algn="l">
              <a:lnSpc>
                <a:spcPct val="100000"/>
              </a:lnSpc>
              <a:spcBef>
                <a:spcPts val="400"/>
              </a:spcBef>
              <a:spcAft>
                <a:spcPts val="0"/>
              </a:spcAft>
              <a:buClr>
                <a:srgbClr val="000000"/>
              </a:buClr>
              <a:buSzPts val="1800"/>
              <a:buChar char="»"/>
              <a:defRPr/>
            </a:lvl1pPr>
            <a:lvl2pPr marL="914400" lvl="1" indent="-342900" algn="l">
              <a:lnSpc>
                <a:spcPct val="100000"/>
              </a:lnSpc>
              <a:spcBef>
                <a:spcPts val="400"/>
              </a:spcBef>
              <a:spcAft>
                <a:spcPts val="0"/>
              </a:spcAft>
              <a:buClr>
                <a:srgbClr val="000000"/>
              </a:buClr>
              <a:buSzPts val="1800"/>
              <a:buChar char="–"/>
              <a:defRPr/>
            </a:lvl2pPr>
            <a:lvl3pPr marL="1371600" lvl="2" indent="-342900" algn="l">
              <a:lnSpc>
                <a:spcPct val="100000"/>
              </a:lnSpc>
              <a:spcBef>
                <a:spcPts val="400"/>
              </a:spcBef>
              <a:spcAft>
                <a:spcPts val="0"/>
              </a:spcAft>
              <a:buClr>
                <a:srgbClr val="000000"/>
              </a:buClr>
              <a:buSzPts val="1800"/>
              <a:buChar char="•"/>
              <a:defRPr/>
            </a:lvl3pPr>
            <a:lvl4pPr marL="1828800" lvl="3" indent="-342900" algn="l">
              <a:lnSpc>
                <a:spcPct val="100000"/>
              </a:lnSpc>
              <a:spcBef>
                <a:spcPts val="400"/>
              </a:spcBef>
              <a:spcAft>
                <a:spcPts val="0"/>
              </a:spcAft>
              <a:buClr>
                <a:srgbClr val="000000"/>
              </a:buClr>
              <a:buSzPts val="1800"/>
              <a:buChar char="–"/>
              <a:defRPr/>
            </a:lvl4pPr>
            <a:lvl5pPr marL="2286000" lvl="4" indent="-342900" algn="l">
              <a:lnSpc>
                <a:spcPct val="100000"/>
              </a:lnSpc>
              <a:spcBef>
                <a:spcPts val="400"/>
              </a:spcBef>
              <a:spcAft>
                <a:spcPts val="0"/>
              </a:spcAft>
              <a:buClr>
                <a:srgbClr val="000000"/>
              </a:buClr>
              <a:buSzPts val="1800"/>
              <a:buChar char="»"/>
              <a:defRPr/>
            </a:lvl5pPr>
            <a:lvl6pPr marL="2743200" lvl="5" indent="-342900" algn="l">
              <a:lnSpc>
                <a:spcPct val="100000"/>
              </a:lnSpc>
              <a:spcBef>
                <a:spcPts val="400"/>
              </a:spcBef>
              <a:spcAft>
                <a:spcPts val="0"/>
              </a:spcAft>
              <a:buClr>
                <a:srgbClr val="000000"/>
              </a:buClr>
              <a:buSzPts val="1800"/>
              <a:buChar char="●"/>
              <a:defRPr/>
            </a:lvl6pPr>
            <a:lvl7pPr marL="3200400" lvl="6" indent="-342900" algn="l">
              <a:lnSpc>
                <a:spcPct val="100000"/>
              </a:lnSpc>
              <a:spcBef>
                <a:spcPts val="400"/>
              </a:spcBef>
              <a:spcAft>
                <a:spcPts val="0"/>
              </a:spcAft>
              <a:buClr>
                <a:srgbClr val="000000"/>
              </a:buClr>
              <a:buSzPts val="1800"/>
              <a:buChar char="●"/>
              <a:defRPr/>
            </a:lvl7pPr>
            <a:lvl8pPr marL="3657600" lvl="7" indent="-342900" algn="l">
              <a:lnSpc>
                <a:spcPct val="100000"/>
              </a:lnSpc>
              <a:spcBef>
                <a:spcPts val="400"/>
              </a:spcBef>
              <a:spcAft>
                <a:spcPts val="0"/>
              </a:spcAft>
              <a:buClr>
                <a:srgbClr val="000000"/>
              </a:buClr>
              <a:buSzPts val="1800"/>
              <a:buChar char="●"/>
              <a:defRPr/>
            </a:lvl8pPr>
            <a:lvl9pPr marL="4114800" lvl="8" indent="-342900" algn="l">
              <a:lnSpc>
                <a:spcPct val="100000"/>
              </a:lnSpc>
              <a:spcBef>
                <a:spcPts val="400"/>
              </a:spcBef>
              <a:spcAft>
                <a:spcPts val="0"/>
              </a:spcAft>
              <a:buClr>
                <a:srgbClr val="000000"/>
              </a:buClr>
              <a:buSzPts val="1800"/>
              <a:buChar char="●"/>
              <a:defRPr/>
            </a:lvl9pPr>
          </a:lstStyle>
          <a:p>
            <a:endParaRPr/>
          </a:p>
        </p:txBody>
      </p:sp>
      <p:sp>
        <p:nvSpPr>
          <p:cNvPr id="53" name="Google Shape;53;p18"/>
          <p:cNvSpPr txBox="1">
            <a:spLocks noGrp="1"/>
          </p:cNvSpPr>
          <p:nvPr>
            <p:ph type="sldNum" idx="12"/>
          </p:nvPr>
        </p:nvSpPr>
        <p:spPr>
          <a:xfrm>
            <a:off x="11078257" y="381000"/>
            <a:ext cx="402545" cy="307736"/>
          </a:xfrm>
          <a:prstGeom prst="rect">
            <a:avLst/>
          </a:prstGeom>
          <a:noFill/>
          <a:ln>
            <a:noFill/>
          </a:ln>
        </p:spPr>
        <p:txBody>
          <a:bodyPr spcFirstLastPara="1" wrap="square" lIns="45700" tIns="45700" rIns="45700" bIns="45700" anchor="t" anchorCtr="0">
            <a:spAutoFit/>
          </a:bodyPr>
          <a:lstStyle>
            <a:lvl1pPr marL="0" lvl="0"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1pPr>
            <a:lvl2pPr marL="0" lvl="1"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2pPr>
            <a:lvl3pPr marL="0" lvl="2"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3pPr>
            <a:lvl4pPr marL="0" lvl="3"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4pPr>
            <a:lvl5pPr marL="0" lvl="4"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5pPr>
            <a:lvl6pPr marL="0" lvl="5"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6pPr>
            <a:lvl7pPr marL="0" lvl="6"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7pPr>
            <a:lvl8pPr marL="0" lvl="7"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8pPr>
            <a:lvl9pPr marL="0" lvl="8"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2267872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Default">
  <p:cSld name="1_Default">
    <p:spTree>
      <p:nvGrpSpPr>
        <p:cNvPr id="1" name="Shape 54"/>
        <p:cNvGrpSpPr/>
        <p:nvPr/>
      </p:nvGrpSpPr>
      <p:grpSpPr>
        <a:xfrm>
          <a:off x="0" y="0"/>
          <a:ext cx="0" cy="0"/>
          <a:chOff x="0" y="0"/>
          <a:chExt cx="0" cy="0"/>
        </a:xfrm>
      </p:grpSpPr>
      <p:sp>
        <p:nvSpPr>
          <p:cNvPr id="55" name="Google Shape;55;p19"/>
          <p:cNvSpPr/>
          <p:nvPr/>
        </p:nvSpPr>
        <p:spPr>
          <a:xfrm>
            <a:off x="508000" y="1143000"/>
            <a:ext cx="11277600" cy="5181600"/>
          </a:xfrm>
          <a:prstGeom prst="roundRect">
            <a:avLst>
              <a:gd name="adj" fmla="val 16667"/>
            </a:avLst>
          </a:prstGeom>
          <a:solidFill>
            <a:srgbClr val="FFFFFF"/>
          </a:solidFill>
          <a:ln w="28575" cap="flat" cmpd="sng">
            <a:solidFill>
              <a:srgbClr val="6699F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FF"/>
              </a:buClr>
              <a:buSzPts val="1400"/>
              <a:buFont typeface="Arial"/>
              <a:buNone/>
            </a:pPr>
            <a:endParaRPr sz="1400" b="0" i="0" u="none" strike="noStrike" cap="none" dirty="0">
              <a:solidFill>
                <a:srgbClr val="000000"/>
              </a:solidFill>
              <a:latin typeface="Times New Roman"/>
              <a:ea typeface="Times New Roman"/>
              <a:cs typeface="Times New Roman"/>
              <a:sym typeface="Times New Roman"/>
            </a:endParaRPr>
          </a:p>
        </p:txBody>
      </p:sp>
      <p:pic>
        <p:nvPicPr>
          <p:cNvPr id="56" name="Google Shape;56;p19" descr="collegelogo"/>
          <p:cNvPicPr preferRelativeResize="0"/>
          <p:nvPr/>
        </p:nvPicPr>
        <p:blipFill rotWithShape="1">
          <a:blip r:embed="rId2">
            <a:alphaModFix/>
          </a:blip>
          <a:srcRect/>
          <a:stretch/>
        </p:blipFill>
        <p:spPr>
          <a:xfrm>
            <a:off x="508001" y="76200"/>
            <a:ext cx="1056217" cy="914400"/>
          </a:xfrm>
          <a:prstGeom prst="rect">
            <a:avLst/>
          </a:prstGeom>
          <a:noFill/>
          <a:ln>
            <a:noFill/>
          </a:ln>
        </p:spPr>
      </p:pic>
      <p:sp>
        <p:nvSpPr>
          <p:cNvPr id="57" name="Google Shape;57;p19"/>
          <p:cNvSpPr txBox="1"/>
          <p:nvPr/>
        </p:nvSpPr>
        <p:spPr>
          <a:xfrm>
            <a:off x="1686560" y="304801"/>
            <a:ext cx="9225281" cy="36929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                       </a:t>
            </a:r>
            <a:endParaRPr sz="1800" dirty="0"/>
          </a:p>
        </p:txBody>
      </p:sp>
      <p:sp>
        <p:nvSpPr>
          <p:cNvPr id="58" name="Google Shape;58;p19"/>
          <p:cNvSpPr txBox="1">
            <a:spLocks noGrp="1"/>
          </p:cNvSpPr>
          <p:nvPr>
            <p:ph type="title"/>
          </p:nvPr>
        </p:nvSpPr>
        <p:spPr>
          <a:xfrm>
            <a:off x="1320800" y="1371600"/>
            <a:ext cx="9144000" cy="808038"/>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9" name="Google Shape;59;p19"/>
          <p:cNvSpPr txBox="1">
            <a:spLocks noGrp="1"/>
          </p:cNvSpPr>
          <p:nvPr>
            <p:ph type="body" idx="1"/>
          </p:nvPr>
        </p:nvSpPr>
        <p:spPr>
          <a:xfrm>
            <a:off x="1219200" y="2362201"/>
            <a:ext cx="9753600" cy="3763963"/>
          </a:xfrm>
          <a:prstGeom prst="rect">
            <a:avLst/>
          </a:prstGeom>
          <a:solidFill>
            <a:srgbClr val="FFFFFF"/>
          </a:solidFill>
          <a:ln>
            <a:noFill/>
          </a:ln>
        </p:spPr>
        <p:txBody>
          <a:bodyPr spcFirstLastPara="1" wrap="square" lIns="45700" tIns="45700" rIns="45700" bIns="45700" anchor="t" anchorCtr="0">
            <a:normAutofit/>
          </a:bodyPr>
          <a:lstStyle>
            <a:lvl1pPr marL="457200" lvl="0" indent="-342900" algn="l">
              <a:lnSpc>
                <a:spcPct val="100000"/>
              </a:lnSpc>
              <a:spcBef>
                <a:spcPts val="400"/>
              </a:spcBef>
              <a:spcAft>
                <a:spcPts val="0"/>
              </a:spcAft>
              <a:buClr>
                <a:srgbClr val="000000"/>
              </a:buClr>
              <a:buSzPts val="1800"/>
              <a:buChar char="»"/>
              <a:defRPr/>
            </a:lvl1pPr>
            <a:lvl2pPr marL="914400" lvl="1" indent="-342900" algn="l">
              <a:lnSpc>
                <a:spcPct val="100000"/>
              </a:lnSpc>
              <a:spcBef>
                <a:spcPts val="400"/>
              </a:spcBef>
              <a:spcAft>
                <a:spcPts val="0"/>
              </a:spcAft>
              <a:buClr>
                <a:srgbClr val="000000"/>
              </a:buClr>
              <a:buSzPts val="1800"/>
              <a:buChar char="–"/>
              <a:defRPr/>
            </a:lvl2pPr>
            <a:lvl3pPr marL="1371600" lvl="2" indent="-342900" algn="l">
              <a:lnSpc>
                <a:spcPct val="100000"/>
              </a:lnSpc>
              <a:spcBef>
                <a:spcPts val="400"/>
              </a:spcBef>
              <a:spcAft>
                <a:spcPts val="0"/>
              </a:spcAft>
              <a:buClr>
                <a:srgbClr val="000000"/>
              </a:buClr>
              <a:buSzPts val="1800"/>
              <a:buChar char="•"/>
              <a:defRPr/>
            </a:lvl3pPr>
            <a:lvl4pPr marL="1828800" lvl="3" indent="-342900" algn="l">
              <a:lnSpc>
                <a:spcPct val="100000"/>
              </a:lnSpc>
              <a:spcBef>
                <a:spcPts val="400"/>
              </a:spcBef>
              <a:spcAft>
                <a:spcPts val="0"/>
              </a:spcAft>
              <a:buClr>
                <a:srgbClr val="000000"/>
              </a:buClr>
              <a:buSzPts val="1800"/>
              <a:buChar char="–"/>
              <a:defRPr/>
            </a:lvl4pPr>
            <a:lvl5pPr marL="2286000" lvl="4" indent="-342900" algn="l">
              <a:lnSpc>
                <a:spcPct val="100000"/>
              </a:lnSpc>
              <a:spcBef>
                <a:spcPts val="400"/>
              </a:spcBef>
              <a:spcAft>
                <a:spcPts val="0"/>
              </a:spcAft>
              <a:buClr>
                <a:srgbClr val="000000"/>
              </a:buClr>
              <a:buSzPts val="1800"/>
              <a:buChar char="»"/>
              <a:defRPr/>
            </a:lvl5pPr>
            <a:lvl6pPr marL="2743200" lvl="5" indent="-342900" algn="l">
              <a:lnSpc>
                <a:spcPct val="100000"/>
              </a:lnSpc>
              <a:spcBef>
                <a:spcPts val="400"/>
              </a:spcBef>
              <a:spcAft>
                <a:spcPts val="0"/>
              </a:spcAft>
              <a:buClr>
                <a:srgbClr val="000000"/>
              </a:buClr>
              <a:buSzPts val="1800"/>
              <a:buChar char="●"/>
              <a:defRPr/>
            </a:lvl6pPr>
            <a:lvl7pPr marL="3200400" lvl="6" indent="-342900" algn="l">
              <a:lnSpc>
                <a:spcPct val="100000"/>
              </a:lnSpc>
              <a:spcBef>
                <a:spcPts val="400"/>
              </a:spcBef>
              <a:spcAft>
                <a:spcPts val="0"/>
              </a:spcAft>
              <a:buClr>
                <a:srgbClr val="000000"/>
              </a:buClr>
              <a:buSzPts val="1800"/>
              <a:buChar char="●"/>
              <a:defRPr/>
            </a:lvl7pPr>
            <a:lvl8pPr marL="3657600" lvl="7" indent="-342900" algn="l">
              <a:lnSpc>
                <a:spcPct val="100000"/>
              </a:lnSpc>
              <a:spcBef>
                <a:spcPts val="400"/>
              </a:spcBef>
              <a:spcAft>
                <a:spcPts val="0"/>
              </a:spcAft>
              <a:buClr>
                <a:srgbClr val="000000"/>
              </a:buClr>
              <a:buSzPts val="1800"/>
              <a:buChar char="●"/>
              <a:defRPr/>
            </a:lvl8pPr>
            <a:lvl9pPr marL="4114800" lvl="8" indent="-342900" algn="l">
              <a:lnSpc>
                <a:spcPct val="100000"/>
              </a:lnSpc>
              <a:spcBef>
                <a:spcPts val="400"/>
              </a:spcBef>
              <a:spcAft>
                <a:spcPts val="0"/>
              </a:spcAft>
              <a:buClr>
                <a:srgbClr val="000000"/>
              </a:buClr>
              <a:buSzPts val="1800"/>
              <a:buChar char="●"/>
              <a:defRPr/>
            </a:lvl9pPr>
          </a:lstStyle>
          <a:p>
            <a:endParaRPr/>
          </a:p>
        </p:txBody>
      </p:sp>
      <p:sp>
        <p:nvSpPr>
          <p:cNvPr id="60" name="Google Shape;60;p19"/>
          <p:cNvSpPr txBox="1">
            <a:spLocks noGrp="1"/>
          </p:cNvSpPr>
          <p:nvPr>
            <p:ph type="sldNum" idx="12"/>
          </p:nvPr>
        </p:nvSpPr>
        <p:spPr>
          <a:xfrm>
            <a:off x="11078257" y="381000"/>
            <a:ext cx="402545" cy="307736"/>
          </a:xfrm>
          <a:prstGeom prst="rect">
            <a:avLst/>
          </a:prstGeom>
          <a:noFill/>
          <a:ln>
            <a:noFill/>
          </a:ln>
        </p:spPr>
        <p:txBody>
          <a:bodyPr spcFirstLastPara="1" wrap="square" lIns="45700" tIns="45700" rIns="45700" bIns="45700" anchor="t" anchorCtr="0">
            <a:spAutoFit/>
          </a:bodyPr>
          <a:lstStyle>
            <a:lvl1pPr marL="0" lvl="0"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1pPr>
            <a:lvl2pPr marL="0" lvl="1"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2pPr>
            <a:lvl3pPr marL="0" lvl="2"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3pPr>
            <a:lvl4pPr marL="0" lvl="3"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4pPr>
            <a:lvl5pPr marL="0" lvl="4"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5pPr>
            <a:lvl6pPr marL="0" lvl="5"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6pPr>
            <a:lvl7pPr marL="0" lvl="6"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7pPr>
            <a:lvl8pPr marL="0" lvl="7"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8pPr>
            <a:lvl9pPr marL="0" lvl="8"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1718517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Default">
  <p:cSld name="1_Default">
    <p:spTree>
      <p:nvGrpSpPr>
        <p:cNvPr id="1" name="Shape 61"/>
        <p:cNvGrpSpPr/>
        <p:nvPr/>
      </p:nvGrpSpPr>
      <p:grpSpPr>
        <a:xfrm>
          <a:off x="0" y="0"/>
          <a:ext cx="0" cy="0"/>
          <a:chOff x="0" y="0"/>
          <a:chExt cx="0" cy="0"/>
        </a:xfrm>
      </p:grpSpPr>
      <p:sp>
        <p:nvSpPr>
          <p:cNvPr id="62" name="Google Shape;62;p20"/>
          <p:cNvSpPr/>
          <p:nvPr/>
        </p:nvSpPr>
        <p:spPr>
          <a:xfrm>
            <a:off x="508000" y="1143000"/>
            <a:ext cx="11277600" cy="5181600"/>
          </a:xfrm>
          <a:prstGeom prst="roundRect">
            <a:avLst>
              <a:gd name="adj" fmla="val 16667"/>
            </a:avLst>
          </a:prstGeom>
          <a:solidFill>
            <a:srgbClr val="FFFFFF"/>
          </a:solidFill>
          <a:ln w="28575" cap="flat" cmpd="sng">
            <a:solidFill>
              <a:srgbClr val="6699F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FF"/>
              </a:buClr>
              <a:buSzPts val="1400"/>
              <a:buFont typeface="Arial"/>
              <a:buNone/>
            </a:pPr>
            <a:endParaRPr sz="1400" b="0" i="0" u="none" strike="noStrike" cap="none" dirty="0">
              <a:solidFill>
                <a:srgbClr val="000000"/>
              </a:solidFill>
              <a:latin typeface="Times New Roman"/>
              <a:ea typeface="Times New Roman"/>
              <a:cs typeface="Times New Roman"/>
              <a:sym typeface="Times New Roman"/>
            </a:endParaRPr>
          </a:p>
        </p:txBody>
      </p:sp>
      <p:pic>
        <p:nvPicPr>
          <p:cNvPr id="63" name="Google Shape;63;p20" descr="collegelogo"/>
          <p:cNvPicPr preferRelativeResize="0"/>
          <p:nvPr/>
        </p:nvPicPr>
        <p:blipFill rotWithShape="1">
          <a:blip r:embed="rId2">
            <a:alphaModFix/>
          </a:blip>
          <a:srcRect/>
          <a:stretch/>
        </p:blipFill>
        <p:spPr>
          <a:xfrm>
            <a:off x="508001" y="76200"/>
            <a:ext cx="1056217" cy="914400"/>
          </a:xfrm>
          <a:prstGeom prst="rect">
            <a:avLst/>
          </a:prstGeom>
          <a:noFill/>
          <a:ln>
            <a:noFill/>
          </a:ln>
        </p:spPr>
      </p:pic>
      <p:sp>
        <p:nvSpPr>
          <p:cNvPr id="64" name="Google Shape;64;p20"/>
          <p:cNvSpPr txBox="1"/>
          <p:nvPr/>
        </p:nvSpPr>
        <p:spPr>
          <a:xfrm>
            <a:off x="1686560" y="304801"/>
            <a:ext cx="9225281" cy="36929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                       </a:t>
            </a:r>
            <a:endParaRPr sz="1800" dirty="0"/>
          </a:p>
        </p:txBody>
      </p:sp>
      <p:sp>
        <p:nvSpPr>
          <p:cNvPr id="65" name="Google Shape;65;p20"/>
          <p:cNvSpPr txBox="1">
            <a:spLocks noGrp="1"/>
          </p:cNvSpPr>
          <p:nvPr>
            <p:ph type="title"/>
          </p:nvPr>
        </p:nvSpPr>
        <p:spPr>
          <a:xfrm>
            <a:off x="1320800" y="1371600"/>
            <a:ext cx="9144000" cy="808038"/>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66" name="Google Shape;66;p20"/>
          <p:cNvSpPr txBox="1">
            <a:spLocks noGrp="1"/>
          </p:cNvSpPr>
          <p:nvPr>
            <p:ph type="body" idx="1"/>
          </p:nvPr>
        </p:nvSpPr>
        <p:spPr>
          <a:xfrm>
            <a:off x="1219200" y="2362201"/>
            <a:ext cx="9753600" cy="3763963"/>
          </a:xfrm>
          <a:prstGeom prst="rect">
            <a:avLst/>
          </a:prstGeom>
          <a:solidFill>
            <a:srgbClr val="FFFFFF"/>
          </a:solidFill>
          <a:ln>
            <a:noFill/>
          </a:ln>
        </p:spPr>
        <p:txBody>
          <a:bodyPr spcFirstLastPara="1" wrap="square" lIns="45700" tIns="45700" rIns="45700" bIns="45700" anchor="t" anchorCtr="0">
            <a:normAutofit/>
          </a:bodyPr>
          <a:lstStyle>
            <a:lvl1pPr marL="457200" lvl="0" indent="-342900" algn="l">
              <a:lnSpc>
                <a:spcPct val="100000"/>
              </a:lnSpc>
              <a:spcBef>
                <a:spcPts val="400"/>
              </a:spcBef>
              <a:spcAft>
                <a:spcPts val="0"/>
              </a:spcAft>
              <a:buClr>
                <a:srgbClr val="000000"/>
              </a:buClr>
              <a:buSzPts val="1800"/>
              <a:buChar char="»"/>
              <a:defRPr/>
            </a:lvl1pPr>
            <a:lvl2pPr marL="914400" lvl="1" indent="-342900" algn="l">
              <a:lnSpc>
                <a:spcPct val="100000"/>
              </a:lnSpc>
              <a:spcBef>
                <a:spcPts val="400"/>
              </a:spcBef>
              <a:spcAft>
                <a:spcPts val="0"/>
              </a:spcAft>
              <a:buClr>
                <a:srgbClr val="000000"/>
              </a:buClr>
              <a:buSzPts val="1800"/>
              <a:buChar char="–"/>
              <a:defRPr/>
            </a:lvl2pPr>
            <a:lvl3pPr marL="1371600" lvl="2" indent="-342900" algn="l">
              <a:lnSpc>
                <a:spcPct val="100000"/>
              </a:lnSpc>
              <a:spcBef>
                <a:spcPts val="400"/>
              </a:spcBef>
              <a:spcAft>
                <a:spcPts val="0"/>
              </a:spcAft>
              <a:buClr>
                <a:srgbClr val="000000"/>
              </a:buClr>
              <a:buSzPts val="1800"/>
              <a:buChar char="•"/>
              <a:defRPr/>
            </a:lvl3pPr>
            <a:lvl4pPr marL="1828800" lvl="3" indent="-342900" algn="l">
              <a:lnSpc>
                <a:spcPct val="100000"/>
              </a:lnSpc>
              <a:spcBef>
                <a:spcPts val="400"/>
              </a:spcBef>
              <a:spcAft>
                <a:spcPts val="0"/>
              </a:spcAft>
              <a:buClr>
                <a:srgbClr val="000000"/>
              </a:buClr>
              <a:buSzPts val="1800"/>
              <a:buChar char="–"/>
              <a:defRPr/>
            </a:lvl4pPr>
            <a:lvl5pPr marL="2286000" lvl="4" indent="-342900" algn="l">
              <a:lnSpc>
                <a:spcPct val="100000"/>
              </a:lnSpc>
              <a:spcBef>
                <a:spcPts val="400"/>
              </a:spcBef>
              <a:spcAft>
                <a:spcPts val="0"/>
              </a:spcAft>
              <a:buClr>
                <a:srgbClr val="000000"/>
              </a:buClr>
              <a:buSzPts val="1800"/>
              <a:buChar char="»"/>
              <a:defRPr/>
            </a:lvl5pPr>
            <a:lvl6pPr marL="2743200" lvl="5" indent="-342900" algn="l">
              <a:lnSpc>
                <a:spcPct val="100000"/>
              </a:lnSpc>
              <a:spcBef>
                <a:spcPts val="400"/>
              </a:spcBef>
              <a:spcAft>
                <a:spcPts val="0"/>
              </a:spcAft>
              <a:buClr>
                <a:srgbClr val="000000"/>
              </a:buClr>
              <a:buSzPts val="1800"/>
              <a:buChar char="●"/>
              <a:defRPr/>
            </a:lvl6pPr>
            <a:lvl7pPr marL="3200400" lvl="6" indent="-342900" algn="l">
              <a:lnSpc>
                <a:spcPct val="100000"/>
              </a:lnSpc>
              <a:spcBef>
                <a:spcPts val="400"/>
              </a:spcBef>
              <a:spcAft>
                <a:spcPts val="0"/>
              </a:spcAft>
              <a:buClr>
                <a:srgbClr val="000000"/>
              </a:buClr>
              <a:buSzPts val="1800"/>
              <a:buChar char="●"/>
              <a:defRPr/>
            </a:lvl7pPr>
            <a:lvl8pPr marL="3657600" lvl="7" indent="-342900" algn="l">
              <a:lnSpc>
                <a:spcPct val="100000"/>
              </a:lnSpc>
              <a:spcBef>
                <a:spcPts val="400"/>
              </a:spcBef>
              <a:spcAft>
                <a:spcPts val="0"/>
              </a:spcAft>
              <a:buClr>
                <a:srgbClr val="000000"/>
              </a:buClr>
              <a:buSzPts val="1800"/>
              <a:buChar char="●"/>
              <a:defRPr/>
            </a:lvl8pPr>
            <a:lvl9pPr marL="4114800" lvl="8" indent="-342900" algn="l">
              <a:lnSpc>
                <a:spcPct val="100000"/>
              </a:lnSpc>
              <a:spcBef>
                <a:spcPts val="400"/>
              </a:spcBef>
              <a:spcAft>
                <a:spcPts val="0"/>
              </a:spcAft>
              <a:buClr>
                <a:srgbClr val="000000"/>
              </a:buClr>
              <a:buSzPts val="1800"/>
              <a:buChar char="●"/>
              <a:defRPr/>
            </a:lvl9pPr>
          </a:lstStyle>
          <a:p>
            <a:endParaRPr/>
          </a:p>
        </p:txBody>
      </p:sp>
      <p:sp>
        <p:nvSpPr>
          <p:cNvPr id="67" name="Google Shape;67;p20"/>
          <p:cNvSpPr txBox="1">
            <a:spLocks noGrp="1"/>
          </p:cNvSpPr>
          <p:nvPr>
            <p:ph type="sldNum" idx="12"/>
          </p:nvPr>
        </p:nvSpPr>
        <p:spPr>
          <a:xfrm>
            <a:off x="11078257" y="381000"/>
            <a:ext cx="402545" cy="307736"/>
          </a:xfrm>
          <a:prstGeom prst="rect">
            <a:avLst/>
          </a:prstGeom>
          <a:noFill/>
          <a:ln>
            <a:noFill/>
          </a:ln>
        </p:spPr>
        <p:txBody>
          <a:bodyPr spcFirstLastPara="1" wrap="square" lIns="45700" tIns="45700" rIns="45700" bIns="45700" anchor="t" anchorCtr="0">
            <a:spAutoFit/>
          </a:bodyPr>
          <a:lstStyle>
            <a:lvl1pPr marL="0" lvl="0"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1pPr>
            <a:lvl2pPr marL="0" lvl="1"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2pPr>
            <a:lvl3pPr marL="0" lvl="2"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3pPr>
            <a:lvl4pPr marL="0" lvl="3"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4pPr>
            <a:lvl5pPr marL="0" lvl="4"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5pPr>
            <a:lvl6pPr marL="0" lvl="5"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6pPr>
            <a:lvl7pPr marL="0" lvl="6"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7pPr>
            <a:lvl8pPr marL="0" lvl="7"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8pPr>
            <a:lvl9pPr marL="0" lvl="8"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3942517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Default">
  <p:cSld name="1_Default">
    <p:spTree>
      <p:nvGrpSpPr>
        <p:cNvPr id="1" name="Shape 68"/>
        <p:cNvGrpSpPr/>
        <p:nvPr/>
      </p:nvGrpSpPr>
      <p:grpSpPr>
        <a:xfrm>
          <a:off x="0" y="0"/>
          <a:ext cx="0" cy="0"/>
          <a:chOff x="0" y="0"/>
          <a:chExt cx="0" cy="0"/>
        </a:xfrm>
      </p:grpSpPr>
      <p:sp>
        <p:nvSpPr>
          <p:cNvPr id="69" name="Google Shape;69;p21"/>
          <p:cNvSpPr/>
          <p:nvPr/>
        </p:nvSpPr>
        <p:spPr>
          <a:xfrm>
            <a:off x="508000" y="1143000"/>
            <a:ext cx="11277600" cy="5181600"/>
          </a:xfrm>
          <a:prstGeom prst="roundRect">
            <a:avLst>
              <a:gd name="adj" fmla="val 16667"/>
            </a:avLst>
          </a:prstGeom>
          <a:solidFill>
            <a:srgbClr val="FFFFFF"/>
          </a:solidFill>
          <a:ln w="28575" cap="flat" cmpd="sng">
            <a:solidFill>
              <a:srgbClr val="6699F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FF"/>
              </a:buClr>
              <a:buSzPts val="1400"/>
              <a:buFont typeface="Arial"/>
              <a:buNone/>
            </a:pPr>
            <a:endParaRPr sz="1400" b="0" i="0" u="none" strike="noStrike" cap="none" dirty="0">
              <a:solidFill>
                <a:srgbClr val="000000"/>
              </a:solidFill>
              <a:latin typeface="Times New Roman"/>
              <a:ea typeface="Times New Roman"/>
              <a:cs typeface="Times New Roman"/>
              <a:sym typeface="Times New Roman"/>
            </a:endParaRPr>
          </a:p>
        </p:txBody>
      </p:sp>
      <p:pic>
        <p:nvPicPr>
          <p:cNvPr id="70" name="Google Shape;70;p21" descr="collegelogo"/>
          <p:cNvPicPr preferRelativeResize="0"/>
          <p:nvPr/>
        </p:nvPicPr>
        <p:blipFill rotWithShape="1">
          <a:blip r:embed="rId2">
            <a:alphaModFix/>
          </a:blip>
          <a:srcRect/>
          <a:stretch/>
        </p:blipFill>
        <p:spPr>
          <a:xfrm>
            <a:off x="508001" y="76200"/>
            <a:ext cx="1056217" cy="914400"/>
          </a:xfrm>
          <a:prstGeom prst="rect">
            <a:avLst/>
          </a:prstGeom>
          <a:noFill/>
          <a:ln>
            <a:noFill/>
          </a:ln>
        </p:spPr>
      </p:pic>
      <p:sp>
        <p:nvSpPr>
          <p:cNvPr id="71" name="Google Shape;71;p21"/>
          <p:cNvSpPr txBox="1"/>
          <p:nvPr/>
        </p:nvSpPr>
        <p:spPr>
          <a:xfrm>
            <a:off x="1686560" y="304801"/>
            <a:ext cx="9225281" cy="36929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                       </a:t>
            </a:r>
            <a:endParaRPr sz="1800" dirty="0"/>
          </a:p>
        </p:txBody>
      </p:sp>
      <p:sp>
        <p:nvSpPr>
          <p:cNvPr id="72" name="Google Shape;72;p21"/>
          <p:cNvSpPr txBox="1">
            <a:spLocks noGrp="1"/>
          </p:cNvSpPr>
          <p:nvPr>
            <p:ph type="title"/>
          </p:nvPr>
        </p:nvSpPr>
        <p:spPr>
          <a:xfrm>
            <a:off x="1320800" y="1371600"/>
            <a:ext cx="9144000" cy="808038"/>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73" name="Google Shape;73;p21"/>
          <p:cNvSpPr txBox="1">
            <a:spLocks noGrp="1"/>
          </p:cNvSpPr>
          <p:nvPr>
            <p:ph type="body" idx="1"/>
          </p:nvPr>
        </p:nvSpPr>
        <p:spPr>
          <a:xfrm>
            <a:off x="1219200" y="2362201"/>
            <a:ext cx="9753600" cy="3763963"/>
          </a:xfrm>
          <a:prstGeom prst="rect">
            <a:avLst/>
          </a:prstGeom>
          <a:solidFill>
            <a:srgbClr val="FFFFFF"/>
          </a:solidFill>
          <a:ln>
            <a:noFill/>
          </a:ln>
        </p:spPr>
        <p:txBody>
          <a:bodyPr spcFirstLastPara="1" wrap="square" lIns="45700" tIns="45700" rIns="45700" bIns="45700" anchor="t" anchorCtr="0">
            <a:normAutofit/>
          </a:bodyPr>
          <a:lstStyle>
            <a:lvl1pPr marL="457200" lvl="0" indent="-342900" algn="l">
              <a:lnSpc>
                <a:spcPct val="100000"/>
              </a:lnSpc>
              <a:spcBef>
                <a:spcPts val="400"/>
              </a:spcBef>
              <a:spcAft>
                <a:spcPts val="0"/>
              </a:spcAft>
              <a:buClr>
                <a:srgbClr val="000000"/>
              </a:buClr>
              <a:buSzPts val="1800"/>
              <a:buChar char="»"/>
              <a:defRPr/>
            </a:lvl1pPr>
            <a:lvl2pPr marL="914400" lvl="1" indent="-342900" algn="l">
              <a:lnSpc>
                <a:spcPct val="100000"/>
              </a:lnSpc>
              <a:spcBef>
                <a:spcPts val="400"/>
              </a:spcBef>
              <a:spcAft>
                <a:spcPts val="0"/>
              </a:spcAft>
              <a:buClr>
                <a:srgbClr val="000000"/>
              </a:buClr>
              <a:buSzPts val="1800"/>
              <a:buChar char="–"/>
              <a:defRPr/>
            </a:lvl2pPr>
            <a:lvl3pPr marL="1371600" lvl="2" indent="-342900" algn="l">
              <a:lnSpc>
                <a:spcPct val="100000"/>
              </a:lnSpc>
              <a:spcBef>
                <a:spcPts val="400"/>
              </a:spcBef>
              <a:spcAft>
                <a:spcPts val="0"/>
              </a:spcAft>
              <a:buClr>
                <a:srgbClr val="000000"/>
              </a:buClr>
              <a:buSzPts val="1800"/>
              <a:buChar char="•"/>
              <a:defRPr/>
            </a:lvl3pPr>
            <a:lvl4pPr marL="1828800" lvl="3" indent="-342900" algn="l">
              <a:lnSpc>
                <a:spcPct val="100000"/>
              </a:lnSpc>
              <a:spcBef>
                <a:spcPts val="400"/>
              </a:spcBef>
              <a:spcAft>
                <a:spcPts val="0"/>
              </a:spcAft>
              <a:buClr>
                <a:srgbClr val="000000"/>
              </a:buClr>
              <a:buSzPts val="1800"/>
              <a:buChar char="–"/>
              <a:defRPr/>
            </a:lvl4pPr>
            <a:lvl5pPr marL="2286000" lvl="4" indent="-342900" algn="l">
              <a:lnSpc>
                <a:spcPct val="100000"/>
              </a:lnSpc>
              <a:spcBef>
                <a:spcPts val="400"/>
              </a:spcBef>
              <a:spcAft>
                <a:spcPts val="0"/>
              </a:spcAft>
              <a:buClr>
                <a:srgbClr val="000000"/>
              </a:buClr>
              <a:buSzPts val="1800"/>
              <a:buChar char="»"/>
              <a:defRPr/>
            </a:lvl5pPr>
            <a:lvl6pPr marL="2743200" lvl="5" indent="-342900" algn="l">
              <a:lnSpc>
                <a:spcPct val="100000"/>
              </a:lnSpc>
              <a:spcBef>
                <a:spcPts val="400"/>
              </a:spcBef>
              <a:spcAft>
                <a:spcPts val="0"/>
              </a:spcAft>
              <a:buClr>
                <a:srgbClr val="000000"/>
              </a:buClr>
              <a:buSzPts val="1800"/>
              <a:buChar char="●"/>
              <a:defRPr/>
            </a:lvl6pPr>
            <a:lvl7pPr marL="3200400" lvl="6" indent="-342900" algn="l">
              <a:lnSpc>
                <a:spcPct val="100000"/>
              </a:lnSpc>
              <a:spcBef>
                <a:spcPts val="400"/>
              </a:spcBef>
              <a:spcAft>
                <a:spcPts val="0"/>
              </a:spcAft>
              <a:buClr>
                <a:srgbClr val="000000"/>
              </a:buClr>
              <a:buSzPts val="1800"/>
              <a:buChar char="●"/>
              <a:defRPr/>
            </a:lvl7pPr>
            <a:lvl8pPr marL="3657600" lvl="7" indent="-342900" algn="l">
              <a:lnSpc>
                <a:spcPct val="100000"/>
              </a:lnSpc>
              <a:spcBef>
                <a:spcPts val="400"/>
              </a:spcBef>
              <a:spcAft>
                <a:spcPts val="0"/>
              </a:spcAft>
              <a:buClr>
                <a:srgbClr val="000000"/>
              </a:buClr>
              <a:buSzPts val="1800"/>
              <a:buChar char="●"/>
              <a:defRPr/>
            </a:lvl8pPr>
            <a:lvl9pPr marL="4114800" lvl="8" indent="-342900" algn="l">
              <a:lnSpc>
                <a:spcPct val="100000"/>
              </a:lnSpc>
              <a:spcBef>
                <a:spcPts val="400"/>
              </a:spcBef>
              <a:spcAft>
                <a:spcPts val="0"/>
              </a:spcAft>
              <a:buClr>
                <a:srgbClr val="000000"/>
              </a:buClr>
              <a:buSzPts val="1800"/>
              <a:buChar char="●"/>
              <a:defRPr/>
            </a:lvl9pPr>
          </a:lstStyle>
          <a:p>
            <a:endParaRPr/>
          </a:p>
        </p:txBody>
      </p:sp>
      <p:sp>
        <p:nvSpPr>
          <p:cNvPr id="74" name="Google Shape;74;p21"/>
          <p:cNvSpPr txBox="1">
            <a:spLocks noGrp="1"/>
          </p:cNvSpPr>
          <p:nvPr>
            <p:ph type="sldNum" idx="12"/>
          </p:nvPr>
        </p:nvSpPr>
        <p:spPr>
          <a:xfrm>
            <a:off x="11078257" y="381000"/>
            <a:ext cx="402545" cy="307736"/>
          </a:xfrm>
          <a:prstGeom prst="rect">
            <a:avLst/>
          </a:prstGeom>
          <a:noFill/>
          <a:ln>
            <a:noFill/>
          </a:ln>
        </p:spPr>
        <p:txBody>
          <a:bodyPr spcFirstLastPara="1" wrap="square" lIns="45700" tIns="45700" rIns="45700" bIns="45700" anchor="t" anchorCtr="0">
            <a:spAutoFit/>
          </a:bodyPr>
          <a:lstStyle>
            <a:lvl1pPr marL="0" lvl="0"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1pPr>
            <a:lvl2pPr marL="0" lvl="1"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2pPr>
            <a:lvl3pPr marL="0" lvl="2"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3pPr>
            <a:lvl4pPr marL="0" lvl="3"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4pPr>
            <a:lvl5pPr marL="0" lvl="4"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5pPr>
            <a:lvl6pPr marL="0" lvl="5"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6pPr>
            <a:lvl7pPr marL="0" lvl="6"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7pPr>
            <a:lvl8pPr marL="0" lvl="7"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8pPr>
            <a:lvl9pPr marL="0" lvl="8" indent="0" algn="r">
              <a:lnSpc>
                <a:spcPct val="100000"/>
              </a:lnSpc>
              <a:spcBef>
                <a:spcPts val="0"/>
              </a:spcBef>
              <a:spcAft>
                <a:spcPts val="0"/>
              </a:spcAft>
              <a:buClr>
                <a:srgbClr val="000000"/>
              </a:buClr>
              <a:buSzPts val="1400"/>
              <a:buFont typeface="Arial"/>
              <a:buNone/>
              <a:defRPr>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3519431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1"/>
          <p:cNvSpPr/>
          <p:nvPr/>
        </p:nvSpPr>
        <p:spPr>
          <a:xfrm>
            <a:off x="508000" y="1143000"/>
            <a:ext cx="11277600" cy="5181600"/>
          </a:xfrm>
          <a:prstGeom prst="roundRect">
            <a:avLst>
              <a:gd name="adj" fmla="val 16667"/>
            </a:avLst>
          </a:prstGeom>
          <a:solidFill>
            <a:srgbClr val="FFFFFF"/>
          </a:solidFill>
          <a:ln w="28575" cap="flat" cmpd="sng">
            <a:solidFill>
              <a:srgbClr val="6699F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FF"/>
              </a:buClr>
              <a:buSzPts val="1400"/>
              <a:buFont typeface="Arial"/>
              <a:buNone/>
            </a:pPr>
            <a:endParaRPr sz="1400" b="0" i="0" u="none" strike="noStrike" cap="none" dirty="0">
              <a:solidFill>
                <a:srgbClr val="000000"/>
              </a:solidFill>
              <a:latin typeface="Times New Roman"/>
              <a:ea typeface="Times New Roman"/>
              <a:cs typeface="Times New Roman"/>
              <a:sym typeface="Times New Roman"/>
            </a:endParaRPr>
          </a:p>
        </p:txBody>
      </p:sp>
      <p:sp>
        <p:nvSpPr>
          <p:cNvPr id="7" name="Google Shape;7;p11"/>
          <p:cNvSpPr txBox="1"/>
          <p:nvPr/>
        </p:nvSpPr>
        <p:spPr>
          <a:xfrm>
            <a:off x="1686560" y="304801"/>
            <a:ext cx="9225281" cy="36929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                       </a:t>
            </a:r>
            <a:endParaRPr sz="1800" dirty="0"/>
          </a:p>
        </p:txBody>
      </p:sp>
      <p:pic>
        <p:nvPicPr>
          <p:cNvPr id="8" name="Google Shape;8;p11" descr="image.png"/>
          <p:cNvPicPr preferRelativeResize="0"/>
          <p:nvPr/>
        </p:nvPicPr>
        <p:blipFill rotWithShape="1">
          <a:blip r:embed="rId8">
            <a:alphaModFix/>
          </a:blip>
          <a:srcRect/>
          <a:stretch/>
        </p:blipFill>
        <p:spPr>
          <a:xfrm>
            <a:off x="0" y="38100"/>
            <a:ext cx="1473200" cy="1104900"/>
          </a:xfrm>
          <a:prstGeom prst="rect">
            <a:avLst/>
          </a:prstGeom>
          <a:noFill/>
          <a:ln>
            <a:noFill/>
          </a:ln>
        </p:spPr>
      </p:pic>
      <p:sp>
        <p:nvSpPr>
          <p:cNvPr id="9" name="Google Shape;9;p11"/>
          <p:cNvSpPr txBox="1">
            <a:spLocks noGrp="1"/>
          </p:cNvSpPr>
          <p:nvPr>
            <p:ph type="sldNum" idx="12"/>
          </p:nvPr>
        </p:nvSpPr>
        <p:spPr>
          <a:xfrm>
            <a:off x="11078257" y="381000"/>
            <a:ext cx="402545" cy="307736"/>
          </a:xfrm>
          <a:prstGeom prst="rect">
            <a:avLst/>
          </a:prstGeom>
          <a:noFill/>
          <a:ln>
            <a:noFill/>
          </a:ln>
        </p:spPr>
        <p:txBody>
          <a:bodyPr spcFirstLastPara="1" wrap="square" lIns="45700" tIns="45700" rIns="45700" bIns="45700" anchor="t" anchorCtr="0">
            <a:sp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pPr/>
              <a:t>‹#›</a:t>
            </a:fld>
            <a:endParaRPr lang="en-US" dirty="0"/>
          </a:p>
        </p:txBody>
      </p:sp>
      <p:sp>
        <p:nvSpPr>
          <p:cNvPr id="10" name="Google Shape;10;p11"/>
          <p:cNvSpPr txBox="1">
            <a:spLocks noGrp="1"/>
          </p:cNvSpPr>
          <p:nvPr>
            <p:ph type="title"/>
          </p:nvPr>
        </p:nvSpPr>
        <p:spPr>
          <a:xfrm>
            <a:off x="609600" y="92074"/>
            <a:ext cx="10972800" cy="1508126"/>
          </a:xfrm>
          <a:prstGeom prst="rect">
            <a:avLst/>
          </a:prstGeom>
          <a:noFill/>
          <a:ln>
            <a:noFill/>
          </a:ln>
        </p:spPr>
        <p:txBody>
          <a:bodyPr spcFirstLastPara="1" wrap="square" lIns="45700" tIns="45700" rIns="45700" bIns="45700" anchor="ctr" anchorCtr="0">
            <a:noAutofit/>
          </a:bodyPr>
          <a:lstStyle>
            <a:lvl1pPr marR="0" lvl="0"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9pPr>
          </a:lstStyle>
          <a:p>
            <a:endParaRPr/>
          </a:p>
        </p:txBody>
      </p:sp>
      <p:sp>
        <p:nvSpPr>
          <p:cNvPr id="11" name="Google Shape;11;p11"/>
          <p:cNvSpPr txBox="1">
            <a:spLocks noGrp="1"/>
          </p:cNvSpPr>
          <p:nvPr>
            <p:ph type="body" idx="1"/>
          </p:nvPr>
        </p:nvSpPr>
        <p:spPr>
          <a:xfrm>
            <a:off x="609600" y="1600201"/>
            <a:ext cx="10972800" cy="4525963"/>
          </a:xfrm>
          <a:prstGeom prst="rect">
            <a:avLst/>
          </a:prstGeom>
          <a:solidFill>
            <a:srgbClr val="FFFFFF"/>
          </a:solidFill>
          <a:ln>
            <a:noFill/>
          </a:ln>
        </p:spPr>
        <p:txBody>
          <a:bodyPr spcFirstLastPara="1" wrap="square" lIns="45700" tIns="45700" rIns="45700" bIns="45700" anchor="t" anchorCtr="0">
            <a:noAutofit/>
          </a:bodyPr>
          <a:lstStyle>
            <a:lvl1pPr marL="457200" marR="0" lvl="0"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1pPr>
            <a:lvl2pPr marL="914400" marR="0" lvl="1"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2pPr>
            <a:lvl3pPr marL="1371600" marR="0" lvl="2"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3pPr>
            <a:lvl4pPr marL="1828800" marR="0" lvl="3"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4pPr>
            <a:lvl5pPr marL="2286000" marR="0" lvl="4"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5pPr>
            <a:lvl6pPr marL="2743200" marR="0" lvl="5"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6pPr>
            <a:lvl7pPr marL="3200400" marR="0" lvl="6"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7pPr>
            <a:lvl8pPr marL="3657600" marR="0" lvl="7"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8pPr>
            <a:lvl9pPr marL="4114800" marR="0" lvl="8"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324419307"/>
      </p:ext>
    </p:extLst>
  </p:cSld>
  <p:clrMap bg1="lt1" tx1="dk1" bg2="dk2" tx2="lt2" accent1="accent1" accent2="accent2" accent3="accent3" accent4="accent4" accent5="accent5" accent6="accent6" hlink="hlink" folHlink="folHlink"/>
  <p:sldLayoutIdLst>
    <p:sldLayoutId id="2147483661" r:id="rId1"/>
    <p:sldLayoutId id="2147483665" r:id="rId2"/>
    <p:sldLayoutId id="2147483666" r:id="rId3"/>
    <p:sldLayoutId id="2147483667" r:id="rId4"/>
    <p:sldLayoutId id="2147483668" r:id="rId5"/>
    <p:sldLayoutId id="2147483669"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
          <p:cNvSpPr txBox="1">
            <a:spLocks noGrp="1"/>
          </p:cNvSpPr>
          <p:nvPr>
            <p:ph type="sldNum" idx="12"/>
          </p:nvPr>
        </p:nvSpPr>
        <p:spPr>
          <a:xfrm>
            <a:off x="9931576" y="381000"/>
            <a:ext cx="203024"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1</a:t>
            </a:fld>
            <a:endParaRPr kern="0" dirty="0"/>
          </a:p>
        </p:txBody>
      </p:sp>
      <p:sp>
        <p:nvSpPr>
          <p:cNvPr id="80" name="Google Shape;80;p1"/>
          <p:cNvSpPr txBox="1">
            <a:spLocks noGrp="1"/>
          </p:cNvSpPr>
          <p:nvPr>
            <p:ph type="title"/>
          </p:nvPr>
        </p:nvSpPr>
        <p:spPr>
          <a:xfrm>
            <a:off x="2247900" y="1306873"/>
            <a:ext cx="7696200" cy="1912596"/>
          </a:xfrm>
          <a:prstGeom prst="rect">
            <a:avLst/>
          </a:prstGeom>
          <a:noFill/>
          <a:ln>
            <a:noFill/>
          </a:ln>
        </p:spPr>
        <p:txBody>
          <a:bodyPr spcFirstLastPara="1" wrap="square" lIns="45700" tIns="45700" rIns="45700" bIns="45700" anchor="ctr" anchorCtr="0">
            <a:noAutofit/>
          </a:bodyPr>
          <a:lstStyle/>
          <a:p>
            <a:pPr>
              <a:buSzPts val="2600"/>
            </a:pPr>
            <a:r>
              <a:rPr lang="en-US" sz="2400" dirty="0"/>
              <a:t>Smart IoT-Based Low-Cost Fertilizer Advisory System Using Leaf Color and Soil-Environmental Sensing</a:t>
            </a:r>
            <a:endParaRPr sz="2600" dirty="0"/>
          </a:p>
        </p:txBody>
      </p:sp>
      <p:sp>
        <p:nvSpPr>
          <p:cNvPr id="81" name="Google Shape;81;p1"/>
          <p:cNvSpPr/>
          <p:nvPr/>
        </p:nvSpPr>
        <p:spPr>
          <a:xfrm>
            <a:off x="2540411" y="540604"/>
            <a:ext cx="7403689" cy="4572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45700" tIns="45700" rIns="45700" bIns="45700" anchor="ctr" anchorCtr="0">
            <a:noAutofit/>
          </a:bodyPr>
          <a:lstStyle/>
          <a:p>
            <a:pPr>
              <a:buClr>
                <a:srgbClr val="000000"/>
              </a:buClr>
              <a:buSzPts val="1400"/>
            </a:pPr>
            <a:r>
              <a:rPr lang="en-IN" sz="2800" kern="0" dirty="0">
                <a:solidFill>
                  <a:srgbClr val="000000"/>
                </a:solidFill>
                <a:latin typeface="Times New Roman"/>
                <a:ea typeface="Times New Roman"/>
                <a:cs typeface="Times New Roman"/>
                <a:sym typeface="Times New Roman"/>
              </a:rPr>
              <a:t>19CSE339 – WIRELESS SENSOR NETWORKS</a:t>
            </a:r>
            <a:endParaRPr sz="2800" kern="0" dirty="0">
              <a:solidFill>
                <a:srgbClr val="000000"/>
              </a:solidFill>
              <a:latin typeface="Times New Roman"/>
              <a:ea typeface="Times New Roman"/>
              <a:cs typeface="Times New Roman"/>
              <a:sym typeface="Times New Roman"/>
            </a:endParaRPr>
          </a:p>
        </p:txBody>
      </p:sp>
      <p:graphicFrame>
        <p:nvGraphicFramePr>
          <p:cNvPr id="82" name="Google Shape;82;p1"/>
          <p:cNvGraphicFramePr/>
          <p:nvPr>
            <p:extLst>
              <p:ext uri="{D42A27DB-BD31-4B8C-83A1-F6EECF244321}">
                <p14:modId xmlns:p14="http://schemas.microsoft.com/office/powerpoint/2010/main" val="445404468"/>
              </p:ext>
            </p:extLst>
          </p:nvPr>
        </p:nvGraphicFramePr>
        <p:xfrm>
          <a:off x="2106655" y="3246048"/>
          <a:ext cx="7983375" cy="1934531"/>
        </p:xfrm>
        <a:graphic>
          <a:graphicData uri="http://schemas.openxmlformats.org/drawingml/2006/table">
            <a:tbl>
              <a:tblPr>
                <a:noFill/>
              </a:tblPr>
              <a:tblGrid>
                <a:gridCol w="769825">
                  <a:extLst>
                    <a:ext uri="{9D8B030D-6E8A-4147-A177-3AD203B41FA5}">
                      <a16:colId xmlns:a16="http://schemas.microsoft.com/office/drawing/2014/main" val="20000"/>
                    </a:ext>
                  </a:extLst>
                </a:gridCol>
                <a:gridCol w="2263550">
                  <a:extLst>
                    <a:ext uri="{9D8B030D-6E8A-4147-A177-3AD203B41FA5}">
                      <a16:colId xmlns:a16="http://schemas.microsoft.com/office/drawing/2014/main" val="20001"/>
                    </a:ext>
                  </a:extLst>
                </a:gridCol>
                <a:gridCol w="3752500">
                  <a:extLst>
                    <a:ext uri="{9D8B030D-6E8A-4147-A177-3AD203B41FA5}">
                      <a16:colId xmlns:a16="http://schemas.microsoft.com/office/drawing/2014/main" val="20002"/>
                    </a:ext>
                  </a:extLst>
                </a:gridCol>
                <a:gridCol w="1197500">
                  <a:extLst>
                    <a:ext uri="{9D8B030D-6E8A-4147-A177-3AD203B41FA5}">
                      <a16:colId xmlns:a16="http://schemas.microsoft.com/office/drawing/2014/main" val="20003"/>
                    </a:ext>
                  </a:extLst>
                </a:gridCol>
              </a:tblGrid>
              <a:tr h="430650">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1" u="none" strike="noStrike" cap="none" dirty="0">
                          <a:latin typeface="Times New Roman"/>
                          <a:ea typeface="Times New Roman"/>
                          <a:cs typeface="Times New Roman"/>
                          <a:sym typeface="Times New Roman"/>
                        </a:rPr>
                        <a:t>S.No</a:t>
                      </a:r>
                      <a:endParaRPr sz="1800" b="1"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1" u="none" strike="noStrike" cap="none" dirty="0">
                          <a:latin typeface="Times New Roman"/>
                          <a:ea typeface="Times New Roman"/>
                          <a:cs typeface="Times New Roman"/>
                          <a:sym typeface="Times New Roman"/>
                        </a:rPr>
                        <a:t>Reg.No</a:t>
                      </a:r>
                      <a:endParaRPr sz="1800" b="1"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1" u="none" strike="noStrike" cap="none" dirty="0">
                          <a:latin typeface="Times New Roman"/>
                          <a:ea typeface="Times New Roman"/>
                          <a:cs typeface="Times New Roman"/>
                          <a:sym typeface="Times New Roman"/>
                        </a:rPr>
                        <a:t>Name of the Student</a:t>
                      </a:r>
                      <a:endParaRPr dirty="0"/>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1" u="none" strike="noStrike" cap="none" dirty="0">
                          <a:latin typeface="Times New Roman"/>
                          <a:ea typeface="Times New Roman"/>
                          <a:cs typeface="Times New Roman"/>
                          <a:sym typeface="Times New Roman"/>
                        </a:rPr>
                        <a:t>Branch</a:t>
                      </a:r>
                      <a:endParaRPr sz="1800" b="1"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60600">
                <a:tc>
                  <a:txBody>
                    <a:bodyPr/>
                    <a:lstStyle/>
                    <a:p>
                      <a:pPr marL="0" marR="0" lvl="0" indent="0" algn="ctr" rtl="0">
                        <a:lnSpc>
                          <a:spcPct val="100000"/>
                        </a:lnSpc>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1</a:t>
                      </a:r>
                      <a:endParaRPr dirty="0"/>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BL.EN.U4CSE22004</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600"/>
                        <a:buFont typeface="Arial"/>
                        <a:buNone/>
                        <a:tabLst/>
                        <a:defRPr/>
                      </a:pPr>
                      <a:r>
                        <a:rPr lang="en-US" sz="1600" b="0" dirty="0">
                          <a:latin typeface="Times New Roman"/>
                          <a:ea typeface="Times New Roman"/>
                          <a:cs typeface="Times New Roman"/>
                          <a:sym typeface="Times New Roman"/>
                        </a:rPr>
                        <a:t>A. Neeraja</a:t>
                      </a: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Arial"/>
                        <a:buNone/>
                      </a:pPr>
                      <a:r>
                        <a:rPr lang="en-US" sz="1600" u="none" strike="noStrike" cap="none" dirty="0">
                          <a:latin typeface="Times New Roman"/>
                          <a:ea typeface="Times New Roman"/>
                          <a:cs typeface="Times New Roman"/>
                          <a:sym typeface="Times New Roman"/>
                        </a:rPr>
                        <a:t>CSE</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60600">
                <a:tc>
                  <a:txBody>
                    <a:bodyPr/>
                    <a:lstStyle/>
                    <a:p>
                      <a:pPr marL="0" marR="0" lvl="0" indent="0" algn="ctr" rtl="0">
                        <a:lnSpc>
                          <a:spcPct val="100000"/>
                        </a:lnSpc>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2</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BL.EN.U4CSE22014</a:t>
                      </a: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600"/>
                        <a:buFont typeface="Arial"/>
                        <a:buNone/>
                        <a:tabLst/>
                        <a:defRPr/>
                      </a:pPr>
                      <a:r>
                        <a:rPr lang="en-US" sz="1600" b="0" dirty="0">
                          <a:latin typeface="Times New Roman"/>
                          <a:ea typeface="Times New Roman"/>
                          <a:cs typeface="Times New Roman"/>
                          <a:sym typeface="Times New Roman"/>
                        </a:rPr>
                        <a:t>Ch. Mounika Begum</a:t>
                      </a: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Arial"/>
                        <a:buNone/>
                      </a:pPr>
                      <a:r>
                        <a:rPr lang="en-US" sz="1600" u="none" strike="noStrike" cap="none" dirty="0">
                          <a:latin typeface="Times New Roman"/>
                          <a:ea typeface="Times New Roman"/>
                          <a:cs typeface="Times New Roman"/>
                          <a:sym typeface="Times New Roman"/>
                        </a:rPr>
                        <a:t>CSE</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60600">
                <a:tc>
                  <a:txBody>
                    <a:bodyPr/>
                    <a:lstStyle/>
                    <a:p>
                      <a:pPr marL="0" marR="0" lvl="0" indent="0" algn="ctr" rtl="0">
                        <a:lnSpc>
                          <a:spcPct val="100000"/>
                        </a:lnSpc>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3</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BL.EN.U4CSE22030</a:t>
                      </a: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600"/>
                        <a:buFont typeface="Arial"/>
                        <a:buNone/>
                        <a:tabLst/>
                        <a:defRPr/>
                      </a:pPr>
                      <a:r>
                        <a:rPr lang="en-US" sz="1600" b="0" dirty="0">
                          <a:latin typeface="Times New Roman"/>
                          <a:ea typeface="Times New Roman"/>
                          <a:cs typeface="Times New Roman"/>
                          <a:sym typeface="Times New Roman"/>
                        </a:rPr>
                        <a:t>K. Vigneswara Reddy</a:t>
                      </a: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Arial"/>
                        <a:buNone/>
                      </a:pPr>
                      <a:r>
                        <a:rPr lang="en-US" sz="1600" u="none" strike="noStrike" cap="none" dirty="0">
                          <a:latin typeface="Times New Roman"/>
                          <a:ea typeface="Times New Roman"/>
                          <a:cs typeface="Times New Roman"/>
                          <a:sym typeface="Times New Roman"/>
                        </a:rPr>
                        <a:t>CSE</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22081">
                <a:tc>
                  <a:txBody>
                    <a:bodyPr/>
                    <a:lstStyle/>
                    <a:p>
                      <a:pPr marL="0" marR="0" lvl="0" indent="0" algn="ctr" rtl="0">
                        <a:lnSpc>
                          <a:spcPct val="100000"/>
                        </a:lnSpc>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4</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BL.EN.U4CSE22231</a:t>
                      </a: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600"/>
                        <a:buFont typeface="Arial"/>
                        <a:buNone/>
                        <a:tabLst/>
                        <a:defRPr/>
                      </a:pPr>
                      <a:r>
                        <a:rPr lang="en-IN" sz="1600" b="0" dirty="0">
                          <a:latin typeface="Times New Roman"/>
                          <a:ea typeface="Times New Roman"/>
                          <a:cs typeface="Times New Roman"/>
                          <a:sym typeface="Times New Roman"/>
                        </a:rPr>
                        <a:t>K Dhanush Reddy</a:t>
                      </a:r>
                      <a:endParaRPr lang="en-US" sz="1600" b="0"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Arial"/>
                        <a:buNone/>
                      </a:pPr>
                      <a:r>
                        <a:rPr lang="en-US" sz="1600" u="none" strike="noStrike" cap="none" dirty="0">
                          <a:latin typeface="Times New Roman"/>
                          <a:ea typeface="Times New Roman"/>
                          <a:cs typeface="Times New Roman"/>
                          <a:sym typeface="Times New Roman"/>
                        </a:rPr>
                        <a:t>CSE</a:t>
                      </a:r>
                      <a:endParaRPr sz="1600" u="none" strike="noStrike" cap="none" dirty="0">
                        <a:latin typeface="Times New Roman"/>
                        <a:ea typeface="Times New Roman"/>
                        <a:cs typeface="Times New Roman"/>
                        <a:sym typeface="Times New Roman"/>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83" name="Google Shape;83;p1"/>
          <p:cNvSpPr txBox="1"/>
          <p:nvPr/>
        </p:nvSpPr>
        <p:spPr>
          <a:xfrm>
            <a:off x="2354638" y="5779567"/>
            <a:ext cx="92396" cy="307775"/>
          </a:xfrm>
          <a:prstGeom prst="rect">
            <a:avLst/>
          </a:prstGeom>
          <a:noFill/>
          <a:ln>
            <a:noFill/>
          </a:ln>
        </p:spPr>
        <p:txBody>
          <a:bodyPr spcFirstLastPara="1" wrap="square" lIns="45700" tIns="45700" rIns="45700" bIns="45700" anchor="t" anchorCtr="0">
            <a:spAutoFit/>
          </a:bodyPr>
          <a:lstStyle/>
          <a:p>
            <a:pPr>
              <a:buClr>
                <a:srgbClr val="000000"/>
              </a:buClr>
              <a:buSzPts val="1400"/>
            </a:pPr>
            <a:endParaRPr sz="1400" kern="0" dirty="0">
              <a:solidFill>
                <a:srgbClr val="000000"/>
              </a:solidFill>
              <a:latin typeface="Times New Roman"/>
              <a:ea typeface="Times New Roman"/>
              <a:cs typeface="Times New Roman"/>
              <a:sym typeface="Times New Roman"/>
            </a:endParaRPr>
          </a:p>
        </p:txBody>
      </p:sp>
      <p:sp>
        <p:nvSpPr>
          <p:cNvPr id="4" name="Rectangle 1"/>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endParaRPr lang="en-US" kern="0" dirty="0">
              <a:solidFill>
                <a:srgbClr val="000000"/>
              </a:solidFill>
              <a:latin typeface="Arial" panose="020B0604020202020204" pitchFamily="34" charset="0"/>
              <a:cs typeface="Arial"/>
              <a:sym typeface="Arial"/>
            </a:endParaRPr>
          </a:p>
        </p:txBody>
      </p:sp>
      <p:sp>
        <p:nvSpPr>
          <p:cNvPr id="3" name="TextBox 2">
            <a:extLst>
              <a:ext uri="{FF2B5EF4-FFF2-40B4-BE49-F238E27FC236}">
                <a16:creationId xmlns:a16="http://schemas.microsoft.com/office/drawing/2014/main" id="{2509EA6A-85F4-C2D0-A1C2-A1C25751F3AB}"/>
              </a:ext>
            </a:extLst>
          </p:cNvPr>
          <p:cNvSpPr txBox="1"/>
          <p:nvPr/>
        </p:nvSpPr>
        <p:spPr>
          <a:xfrm>
            <a:off x="1130710" y="5394066"/>
            <a:ext cx="6096000" cy="923330"/>
          </a:xfrm>
          <a:prstGeom prst="rect">
            <a:avLst/>
          </a:prstGeom>
          <a:noFill/>
        </p:spPr>
        <p:txBody>
          <a:bodyPr wrap="square">
            <a:spAutoFit/>
          </a:bodyPr>
          <a:lstStyle/>
          <a:p>
            <a:pPr marL="0" marR="0" indent="0" algn="l" defTabSz="914400" rtl="0" fontAlgn="auto" latinLnBrk="0" hangingPunct="0">
              <a:lnSpc>
                <a:spcPct val="100000"/>
              </a:lnSpc>
              <a:spcBef>
                <a:spcPts val="0"/>
              </a:spcBef>
              <a:spcAft>
                <a:spcPts val="0"/>
              </a:spcAft>
              <a:buClrTx/>
              <a:buSzTx/>
              <a:buFontTx/>
              <a:buNone/>
            </a:pPr>
            <a:r>
              <a:rPr lang="en-US" altLang="en-US" sz="1800" b="1" dirty="0"/>
              <a:t>Project  Advisor:  Ullas</a:t>
            </a:r>
          </a:p>
          <a:p>
            <a:pPr marL="0" marR="0" indent="0" algn="l" defTabSz="914400" rtl="0" fontAlgn="auto" latinLnBrk="0" hangingPunct="0">
              <a:lnSpc>
                <a:spcPct val="100000"/>
              </a:lnSpc>
              <a:spcBef>
                <a:spcPts val="0"/>
              </a:spcBef>
              <a:spcAft>
                <a:spcPts val="0"/>
              </a:spcAft>
              <a:buClrTx/>
              <a:buSzTx/>
              <a:buFontTx/>
              <a:buNone/>
            </a:pPr>
            <a:r>
              <a:rPr lang="en-US" altLang="en-US" sz="1800" b="1" dirty="0"/>
              <a:t>Asst. Prof.( </a:t>
            </a:r>
            <a:r>
              <a:rPr lang="en-US" altLang="en-US" sz="1800" b="1" dirty="0" err="1"/>
              <a:t>Sr.Gr</a:t>
            </a:r>
            <a:r>
              <a:rPr lang="en-US" altLang="en-US" sz="1800" b="1" dirty="0"/>
              <a:t>. )  CSE Dept.</a:t>
            </a:r>
          </a:p>
          <a:p>
            <a:pPr marL="0" marR="0" indent="0" algn="l" defTabSz="914400" rtl="0" fontAlgn="auto" latinLnBrk="0" hangingPunct="0">
              <a:lnSpc>
                <a:spcPct val="100000"/>
              </a:lnSpc>
              <a:spcBef>
                <a:spcPts val="0"/>
              </a:spcBef>
              <a:spcAft>
                <a:spcPts val="0"/>
              </a:spcAft>
              <a:buClrTx/>
              <a:buSzTx/>
              <a:buFontTx/>
              <a:buNone/>
            </a:pPr>
            <a:r>
              <a:rPr lang="en-US" sz="1800" b="1" dirty="0"/>
              <a:t>                            </a:t>
            </a:r>
            <a:endParaRPr lang="en-IN"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sldNum" idx="12"/>
          </p:nvPr>
        </p:nvSpPr>
        <p:spPr>
          <a:xfrm>
            <a:off x="9931576" y="381000"/>
            <a:ext cx="203024"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2</a:t>
            </a:fld>
            <a:endParaRPr kern="0" dirty="0"/>
          </a:p>
        </p:txBody>
      </p:sp>
      <p:sp>
        <p:nvSpPr>
          <p:cNvPr id="90" name="Google Shape;90;p2"/>
          <p:cNvSpPr txBox="1">
            <a:spLocks noGrp="1"/>
          </p:cNvSpPr>
          <p:nvPr>
            <p:ph type="title"/>
          </p:nvPr>
        </p:nvSpPr>
        <p:spPr>
          <a:xfrm>
            <a:off x="1922206" y="381000"/>
            <a:ext cx="7772400" cy="685800"/>
          </a:xfrm>
          <a:prstGeom prst="rect">
            <a:avLst/>
          </a:prstGeom>
          <a:noFill/>
          <a:ln>
            <a:noFill/>
          </a:ln>
        </p:spPr>
        <p:txBody>
          <a:bodyPr spcFirstLastPara="1" wrap="square" lIns="45700" tIns="45700" rIns="45700" bIns="45700" anchor="ctr" anchorCtr="0">
            <a:noAutofit/>
          </a:bodyPr>
          <a:lstStyle/>
          <a:p>
            <a:pPr>
              <a:buSzPts val="3200"/>
            </a:pPr>
            <a:r>
              <a:rPr lang="en-US" sz="4000" dirty="0">
                <a:latin typeface="Times New Roman"/>
                <a:ea typeface="Times New Roman"/>
                <a:cs typeface="Times New Roman"/>
                <a:sym typeface="Times New Roman"/>
              </a:rPr>
              <a:t>Introduction</a:t>
            </a:r>
            <a:endParaRPr sz="4000" dirty="0">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275EA9B4-326D-68DF-636A-E77C6226798E}"/>
              </a:ext>
            </a:extLst>
          </p:cNvPr>
          <p:cNvSpPr txBox="1"/>
          <p:nvPr/>
        </p:nvSpPr>
        <p:spPr>
          <a:xfrm>
            <a:off x="865239" y="1759974"/>
            <a:ext cx="10461522" cy="390395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Agriculture plays a vital role in the economy and food production.</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Fertilizers are essential for crop growth, but improper usage leads to wastage and soil damage.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Farmers often apply fertilizers based on guesswork rather than data.</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system uses IoT and sensors to monitor soil, crop, and environment in real-time.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Based on collected data, it gives smart fertilizer recommendations to farmers.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210BD5C1-06EB-7A94-E5CD-3AE12B6A8498}"/>
            </a:ext>
          </a:extLst>
        </p:cNvPr>
        <p:cNvGrpSpPr/>
        <p:nvPr/>
      </p:nvGrpSpPr>
      <p:grpSpPr>
        <a:xfrm>
          <a:off x="0" y="0"/>
          <a:ext cx="0" cy="0"/>
          <a:chOff x="0" y="0"/>
          <a:chExt cx="0" cy="0"/>
        </a:xfrm>
      </p:grpSpPr>
      <p:sp>
        <p:nvSpPr>
          <p:cNvPr id="89" name="Google Shape;89;p2">
            <a:extLst>
              <a:ext uri="{FF2B5EF4-FFF2-40B4-BE49-F238E27FC236}">
                <a16:creationId xmlns:a16="http://schemas.microsoft.com/office/drawing/2014/main" id="{0957C771-B6A8-85F5-DA0D-41E601CD798C}"/>
              </a:ext>
            </a:extLst>
          </p:cNvPr>
          <p:cNvSpPr txBox="1">
            <a:spLocks noGrp="1"/>
          </p:cNvSpPr>
          <p:nvPr>
            <p:ph type="sldNum" idx="12"/>
          </p:nvPr>
        </p:nvSpPr>
        <p:spPr>
          <a:xfrm>
            <a:off x="9931576" y="381000"/>
            <a:ext cx="203024"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3</a:t>
            </a:fld>
            <a:endParaRPr kern="0" dirty="0"/>
          </a:p>
        </p:txBody>
      </p:sp>
      <p:sp>
        <p:nvSpPr>
          <p:cNvPr id="90" name="Google Shape;90;p2">
            <a:extLst>
              <a:ext uri="{FF2B5EF4-FFF2-40B4-BE49-F238E27FC236}">
                <a16:creationId xmlns:a16="http://schemas.microsoft.com/office/drawing/2014/main" id="{02B49C87-288D-6281-1D41-B999B9082BA3}"/>
              </a:ext>
            </a:extLst>
          </p:cNvPr>
          <p:cNvSpPr txBox="1">
            <a:spLocks noGrp="1"/>
          </p:cNvSpPr>
          <p:nvPr>
            <p:ph type="title"/>
          </p:nvPr>
        </p:nvSpPr>
        <p:spPr>
          <a:xfrm>
            <a:off x="2159176" y="381000"/>
            <a:ext cx="7772400" cy="685800"/>
          </a:xfrm>
          <a:prstGeom prst="rect">
            <a:avLst/>
          </a:prstGeom>
          <a:noFill/>
          <a:ln>
            <a:noFill/>
          </a:ln>
        </p:spPr>
        <p:txBody>
          <a:bodyPr spcFirstLastPara="1" wrap="square" lIns="45700" tIns="45700" rIns="45700" bIns="45700" anchor="ctr" anchorCtr="0">
            <a:noAutofit/>
          </a:bodyPr>
          <a:lstStyle/>
          <a:p>
            <a:pPr>
              <a:buSzPts val="3200"/>
            </a:pPr>
            <a:r>
              <a:rPr lang="en-US" sz="4000" dirty="0">
                <a:latin typeface="Times New Roman"/>
                <a:ea typeface="Times New Roman"/>
                <a:cs typeface="Times New Roman"/>
                <a:sym typeface="Times New Roman"/>
              </a:rPr>
              <a:t>Problem Definition</a:t>
            </a:r>
            <a:endParaRPr sz="4000" dirty="0">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DEBDD5E3-AEF4-47DF-868E-EE1A4C302ED9}"/>
              </a:ext>
            </a:extLst>
          </p:cNvPr>
          <p:cNvSpPr txBox="1"/>
          <p:nvPr/>
        </p:nvSpPr>
        <p:spPr>
          <a:xfrm>
            <a:off x="1032387" y="2550653"/>
            <a:ext cx="10127226" cy="2677656"/>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Farmers often apply fertilizers manually without measuring soil or crop conditions, leading to overuse, soil degradation, and reduced yield. The absence of real-time monitoring and intelligent advisory systems makes it difficult to determine the right time and quantity for fertilizer application. This project addresses the need for a low-cost IoT-based solution that continuously monitors soil, leaf, and environmental parameters to provide timely and accurate fertilizer recommendations.</a:t>
            </a:r>
          </a:p>
        </p:txBody>
      </p:sp>
    </p:spTree>
    <p:extLst>
      <p:ext uri="{BB962C8B-B14F-4D97-AF65-F5344CB8AC3E}">
        <p14:creationId xmlns:p14="http://schemas.microsoft.com/office/powerpoint/2010/main" val="1994060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6F290A9F-AE9C-4D43-8EDC-277C8F0ACA46}"/>
            </a:ext>
          </a:extLst>
        </p:cNvPr>
        <p:cNvGrpSpPr/>
        <p:nvPr/>
      </p:nvGrpSpPr>
      <p:grpSpPr>
        <a:xfrm>
          <a:off x="0" y="0"/>
          <a:ext cx="0" cy="0"/>
          <a:chOff x="0" y="0"/>
          <a:chExt cx="0" cy="0"/>
        </a:xfrm>
      </p:grpSpPr>
      <p:sp>
        <p:nvSpPr>
          <p:cNvPr id="89" name="Google Shape;89;p2">
            <a:extLst>
              <a:ext uri="{FF2B5EF4-FFF2-40B4-BE49-F238E27FC236}">
                <a16:creationId xmlns:a16="http://schemas.microsoft.com/office/drawing/2014/main" id="{A9D7B36E-4916-836B-DFA2-8479155B62FF}"/>
              </a:ext>
            </a:extLst>
          </p:cNvPr>
          <p:cNvSpPr txBox="1">
            <a:spLocks noGrp="1"/>
          </p:cNvSpPr>
          <p:nvPr>
            <p:ph type="sldNum" idx="12"/>
          </p:nvPr>
        </p:nvSpPr>
        <p:spPr>
          <a:xfrm>
            <a:off x="9931576" y="381000"/>
            <a:ext cx="203024"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4</a:t>
            </a:fld>
            <a:endParaRPr kern="0" dirty="0"/>
          </a:p>
        </p:txBody>
      </p:sp>
      <p:sp>
        <p:nvSpPr>
          <p:cNvPr id="90" name="Google Shape;90;p2">
            <a:extLst>
              <a:ext uri="{FF2B5EF4-FFF2-40B4-BE49-F238E27FC236}">
                <a16:creationId xmlns:a16="http://schemas.microsoft.com/office/drawing/2014/main" id="{DEE87665-D20D-8630-B232-F1F047C5AB4C}"/>
              </a:ext>
            </a:extLst>
          </p:cNvPr>
          <p:cNvSpPr txBox="1">
            <a:spLocks noGrp="1"/>
          </p:cNvSpPr>
          <p:nvPr>
            <p:ph type="title"/>
          </p:nvPr>
        </p:nvSpPr>
        <p:spPr>
          <a:xfrm>
            <a:off x="1922206" y="381000"/>
            <a:ext cx="7772400" cy="685800"/>
          </a:xfrm>
          <a:prstGeom prst="rect">
            <a:avLst/>
          </a:prstGeom>
          <a:noFill/>
          <a:ln>
            <a:noFill/>
          </a:ln>
        </p:spPr>
        <p:txBody>
          <a:bodyPr spcFirstLastPara="1" wrap="square" lIns="45700" tIns="45700" rIns="45700" bIns="45700" anchor="ctr" anchorCtr="0">
            <a:noAutofit/>
          </a:bodyPr>
          <a:lstStyle/>
          <a:p>
            <a:pPr>
              <a:buSzPts val="3200"/>
            </a:pPr>
            <a:r>
              <a:rPr lang="en-US" sz="4000" dirty="0">
                <a:latin typeface="Times New Roman"/>
                <a:ea typeface="Times New Roman"/>
                <a:cs typeface="Times New Roman"/>
                <a:sym typeface="Times New Roman"/>
              </a:rPr>
              <a:t>Objectives</a:t>
            </a:r>
            <a:endParaRPr sz="4000" dirty="0">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5B3A8E48-D2CE-D611-180B-072C167ED1CC}"/>
              </a:ext>
            </a:extLst>
          </p:cNvPr>
          <p:cNvSpPr txBox="1"/>
          <p:nvPr/>
        </p:nvSpPr>
        <p:spPr>
          <a:xfrm>
            <a:off x="865239" y="1976283"/>
            <a:ext cx="10461522" cy="334995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develop a low-cost IoT-based system for real-time soil and crop monitoring.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use sensors for detecting nitrogen deficiency, soil moisture, temperature, and humidity.</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generate fertilizer advisory messages based on sensor readings.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send data to cloud (</a:t>
            </a:r>
            <a:r>
              <a:rPr lang="en-US" sz="2400" dirty="0" err="1">
                <a:latin typeface="Times New Roman" panose="02020603050405020304" pitchFamily="18" charset="0"/>
                <a:cs typeface="Times New Roman" panose="02020603050405020304" pitchFamily="18" charset="0"/>
              </a:rPr>
              <a:t>ThingSpeak</a:t>
            </a:r>
            <a:r>
              <a:rPr lang="en-US" sz="2400" dirty="0">
                <a:latin typeface="Times New Roman" panose="02020603050405020304" pitchFamily="18" charset="0"/>
                <a:cs typeface="Times New Roman" panose="02020603050405020304" pitchFamily="18" charset="0"/>
              </a:rPr>
              <a:t>) for online visualization and alerting.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assist farmers in making scientific and timely fertilizer decisions.</a:t>
            </a:r>
          </a:p>
        </p:txBody>
      </p:sp>
    </p:spTree>
    <p:extLst>
      <p:ext uri="{BB962C8B-B14F-4D97-AF65-F5344CB8AC3E}">
        <p14:creationId xmlns:p14="http://schemas.microsoft.com/office/powerpoint/2010/main" val="1920400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C541FF7C-E660-F7C0-B050-99E7CC209772}"/>
            </a:ext>
          </a:extLst>
        </p:cNvPr>
        <p:cNvGrpSpPr/>
        <p:nvPr/>
      </p:nvGrpSpPr>
      <p:grpSpPr>
        <a:xfrm>
          <a:off x="0" y="0"/>
          <a:ext cx="0" cy="0"/>
          <a:chOff x="0" y="0"/>
          <a:chExt cx="0" cy="0"/>
        </a:xfrm>
      </p:grpSpPr>
      <p:sp>
        <p:nvSpPr>
          <p:cNvPr id="97" name="Google Shape;97;p3">
            <a:extLst>
              <a:ext uri="{FF2B5EF4-FFF2-40B4-BE49-F238E27FC236}">
                <a16:creationId xmlns:a16="http://schemas.microsoft.com/office/drawing/2014/main" id="{68D9C271-F5CA-BB9F-01E1-76419480F0B0}"/>
              </a:ext>
            </a:extLst>
          </p:cNvPr>
          <p:cNvSpPr txBox="1">
            <a:spLocks noGrp="1"/>
          </p:cNvSpPr>
          <p:nvPr>
            <p:ph type="sldNum" idx="12"/>
          </p:nvPr>
        </p:nvSpPr>
        <p:spPr>
          <a:xfrm>
            <a:off x="9931576" y="381000"/>
            <a:ext cx="203024"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5</a:t>
            </a:fld>
            <a:endParaRPr kern="0" dirty="0"/>
          </a:p>
        </p:txBody>
      </p:sp>
      <p:sp>
        <p:nvSpPr>
          <p:cNvPr id="98" name="Google Shape;98;p3">
            <a:extLst>
              <a:ext uri="{FF2B5EF4-FFF2-40B4-BE49-F238E27FC236}">
                <a16:creationId xmlns:a16="http://schemas.microsoft.com/office/drawing/2014/main" id="{38ADAEE3-9D13-A06E-8870-1314773EB80D}"/>
              </a:ext>
            </a:extLst>
          </p:cNvPr>
          <p:cNvSpPr txBox="1">
            <a:spLocks noGrp="1"/>
          </p:cNvSpPr>
          <p:nvPr>
            <p:ph type="title"/>
          </p:nvPr>
        </p:nvSpPr>
        <p:spPr>
          <a:xfrm>
            <a:off x="2667000" y="367146"/>
            <a:ext cx="6858000" cy="808038"/>
          </a:xfrm>
          <a:prstGeom prst="rect">
            <a:avLst/>
          </a:prstGeom>
          <a:noFill/>
          <a:ln>
            <a:noFill/>
          </a:ln>
        </p:spPr>
        <p:txBody>
          <a:bodyPr spcFirstLastPara="1" wrap="square" lIns="45700" tIns="45700" rIns="45700" bIns="45700" anchor="ctr" anchorCtr="0">
            <a:normAutofit/>
          </a:bodyPr>
          <a:lstStyle/>
          <a:p>
            <a:pPr>
              <a:buSzPts val="3200"/>
            </a:pPr>
            <a:r>
              <a:rPr lang="en-US" sz="4000" dirty="0">
                <a:latin typeface="Times New Roman"/>
                <a:ea typeface="Times New Roman"/>
                <a:cs typeface="Times New Roman"/>
                <a:sym typeface="Times New Roman"/>
              </a:rPr>
              <a:t>Literature Survey</a:t>
            </a:r>
            <a:endParaRPr sz="4000" dirty="0">
              <a:latin typeface="Times New Roman"/>
              <a:ea typeface="Times New Roman"/>
              <a:cs typeface="Times New Roman"/>
              <a:sym typeface="Times New Roman"/>
            </a:endParaRPr>
          </a:p>
        </p:txBody>
      </p:sp>
      <p:graphicFrame>
        <p:nvGraphicFramePr>
          <p:cNvPr id="99" name="Google Shape;99;p3">
            <a:extLst>
              <a:ext uri="{FF2B5EF4-FFF2-40B4-BE49-F238E27FC236}">
                <a16:creationId xmlns:a16="http://schemas.microsoft.com/office/drawing/2014/main" id="{17A8AE74-9338-8A4F-490F-04CCC5FC7C1C}"/>
              </a:ext>
            </a:extLst>
          </p:cNvPr>
          <p:cNvGraphicFramePr/>
          <p:nvPr>
            <p:extLst>
              <p:ext uri="{D42A27DB-BD31-4B8C-83A1-F6EECF244321}">
                <p14:modId xmlns:p14="http://schemas.microsoft.com/office/powerpoint/2010/main" val="787413337"/>
              </p:ext>
            </p:extLst>
          </p:nvPr>
        </p:nvGraphicFramePr>
        <p:xfrm>
          <a:off x="1052052" y="1288026"/>
          <a:ext cx="10255045" cy="4912233"/>
        </p:xfrm>
        <a:graphic>
          <a:graphicData uri="http://schemas.openxmlformats.org/drawingml/2006/table">
            <a:tbl>
              <a:tblPr firstRow="1" bandRow="1">
                <a:noFill/>
              </a:tblPr>
              <a:tblGrid>
                <a:gridCol w="670747">
                  <a:extLst>
                    <a:ext uri="{9D8B030D-6E8A-4147-A177-3AD203B41FA5}">
                      <a16:colId xmlns:a16="http://schemas.microsoft.com/office/drawing/2014/main" val="20000"/>
                    </a:ext>
                  </a:extLst>
                </a:gridCol>
                <a:gridCol w="1300830">
                  <a:extLst>
                    <a:ext uri="{9D8B030D-6E8A-4147-A177-3AD203B41FA5}">
                      <a16:colId xmlns:a16="http://schemas.microsoft.com/office/drawing/2014/main" val="20001"/>
                    </a:ext>
                  </a:extLst>
                </a:gridCol>
                <a:gridCol w="2606035">
                  <a:extLst>
                    <a:ext uri="{9D8B030D-6E8A-4147-A177-3AD203B41FA5}">
                      <a16:colId xmlns:a16="http://schemas.microsoft.com/office/drawing/2014/main" val="20002"/>
                    </a:ext>
                  </a:extLst>
                </a:gridCol>
                <a:gridCol w="2978028">
                  <a:extLst>
                    <a:ext uri="{9D8B030D-6E8A-4147-A177-3AD203B41FA5}">
                      <a16:colId xmlns:a16="http://schemas.microsoft.com/office/drawing/2014/main" val="20003"/>
                    </a:ext>
                  </a:extLst>
                </a:gridCol>
                <a:gridCol w="2699405">
                  <a:extLst>
                    <a:ext uri="{9D8B030D-6E8A-4147-A177-3AD203B41FA5}">
                      <a16:colId xmlns:a16="http://schemas.microsoft.com/office/drawing/2014/main" val="20004"/>
                    </a:ext>
                  </a:extLst>
                </a:gridCol>
              </a:tblGrid>
              <a:tr h="503915">
                <a:tc>
                  <a:txBody>
                    <a:bodyPr/>
                    <a:lstStyle/>
                    <a:p>
                      <a:pPr marL="0" marR="0" lvl="0" indent="0" algn="ctr" rtl="0">
                        <a:lnSpc>
                          <a:spcPct val="100000"/>
                        </a:lnSpc>
                        <a:spcBef>
                          <a:spcPts val="0"/>
                        </a:spcBef>
                        <a:spcAft>
                          <a:spcPts val="0"/>
                        </a:spcAft>
                        <a:buClr>
                          <a:schemeClr val="dk1"/>
                        </a:buClr>
                        <a:buSzPts val="1400"/>
                        <a:buFont typeface="Arial"/>
                        <a:buNone/>
                      </a:pPr>
                      <a:r>
                        <a:rPr lang="en-US" sz="1400" b="1" i="0" u="none" strike="noStrike" cap="none" dirty="0">
                          <a:latin typeface="Times New Roman" panose="02020603050405020304" pitchFamily="18" charset="0"/>
                          <a:cs typeface="Times New Roman" panose="02020603050405020304" pitchFamily="18" charset="0"/>
                        </a:rPr>
                        <a:t>S.No.</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400" b="1" i="0" u="none" strike="noStrike" cap="none" dirty="0">
                          <a:latin typeface="Times New Roman" panose="02020603050405020304" pitchFamily="18" charset="0"/>
                          <a:cs typeface="Times New Roman" panose="02020603050405020304" pitchFamily="18" charset="0"/>
                        </a:rPr>
                        <a:t>Authors name(s)</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400" b="1" i="0" u="none" strike="noStrike" cap="none" dirty="0">
                          <a:latin typeface="Times New Roman" panose="02020603050405020304" pitchFamily="18" charset="0"/>
                          <a:cs typeface="Times New Roman" panose="02020603050405020304" pitchFamily="18" charset="0"/>
                        </a:rPr>
                        <a:t>Full title of the paper with year</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lgn="ctr">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400" b="1" i="0" u="none" strike="noStrike" cap="none" dirty="0">
                          <a:latin typeface="Times New Roman" panose="02020603050405020304" pitchFamily="18" charset="0"/>
                          <a:cs typeface="Times New Roman" panose="02020603050405020304" pitchFamily="18" charset="0"/>
                        </a:rPr>
                        <a:t>Inference from the paper</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lgn="ctr">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400" b="1" i="0" u="none" strike="noStrike" cap="none" dirty="0">
                          <a:latin typeface="Times New Roman" panose="02020603050405020304" pitchFamily="18" charset="0"/>
                          <a:cs typeface="Times New Roman" panose="02020603050405020304" pitchFamily="18" charset="0"/>
                        </a:rPr>
                        <a:t>Open Problem (For proposed work)</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solidFill>
                        <a:srgbClr val="000000"/>
                      </a:solidFill>
                      <a:prstDash val="solid"/>
                      <a:round/>
                      <a:headEnd type="none" w="sm" len="sm"/>
                      <a:tailEnd type="none" w="sm" len="sm"/>
                    </a:lnB>
                    <a:solidFill>
                      <a:srgbClr val="4898CA"/>
                    </a:solidFill>
                  </a:tcPr>
                </a:tc>
                <a:extLst>
                  <a:ext uri="{0D108BD9-81ED-4DB2-BD59-A6C34878D82A}">
                    <a16:rowId xmlns:a16="http://schemas.microsoft.com/office/drawing/2014/main" val="10000"/>
                  </a:ext>
                </a:extLst>
              </a:tr>
              <a:tr h="1058881">
                <a:tc>
                  <a:txBody>
                    <a:bodyPr/>
                    <a:lstStyle/>
                    <a:p>
                      <a:pPr marL="0" lvl="0" indent="0" algn="ctr" rtl="0">
                        <a:lnSpc>
                          <a:spcPct val="115000"/>
                        </a:lnSpc>
                        <a:spcBef>
                          <a:spcPts val="0"/>
                        </a:spcBef>
                        <a:spcAft>
                          <a:spcPts val="0"/>
                        </a:spcAft>
                        <a:buNone/>
                      </a:pPr>
                      <a:r>
                        <a:rPr lang="en-IN" sz="1400" b="0" i="0" dirty="0">
                          <a:latin typeface="Times New Roman" panose="02020603050405020304" pitchFamily="18" charset="0"/>
                          <a:cs typeface="Times New Roman" panose="02020603050405020304" pitchFamily="18" charset="0"/>
                        </a:rPr>
                        <a:t>1.</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dirty="0">
                          <a:latin typeface="Times New Roman" panose="02020603050405020304" pitchFamily="18" charset="0"/>
                          <a:cs typeface="Times New Roman" panose="02020603050405020304" pitchFamily="18" charset="0"/>
                        </a:rPr>
                        <a:t>El-</a:t>
                      </a:r>
                      <a:r>
                        <a:rPr lang="en-IN" dirty="0" err="1">
                          <a:latin typeface="Times New Roman" panose="02020603050405020304" pitchFamily="18" charset="0"/>
                          <a:cs typeface="Times New Roman" panose="02020603050405020304" pitchFamily="18" charset="0"/>
                        </a:rPr>
                        <a:t>Tabakh</a:t>
                      </a:r>
                      <a:r>
                        <a:rPr lang="en-IN" dirty="0">
                          <a:latin typeface="Times New Roman" panose="02020603050405020304" pitchFamily="18" charset="0"/>
                          <a:cs typeface="Times New Roman" panose="02020603050405020304" pitchFamily="18" charset="0"/>
                        </a:rPr>
                        <a:t> et al.</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Digital Agriculture for Enhancing Yield, Nutrition, and Biological Stress Resistance (2024)</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Highlights how AI and computer vision improve crop yield, irrigation, and disease prediction through intelligent data analysis.</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Focuses on high-cost AI systems; lacks low-cost, real-time IoT-based fertilizer advisory solutions for small farmers.</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971029">
                <a:tc>
                  <a:txBody>
                    <a:bodyPr/>
                    <a:lstStyle/>
                    <a:p>
                      <a:pPr marL="0" lvl="0" indent="0" algn="ctr" rtl="0">
                        <a:lnSpc>
                          <a:spcPct val="115000"/>
                        </a:lnSpc>
                        <a:spcBef>
                          <a:spcPts val="0"/>
                        </a:spcBef>
                        <a:spcAft>
                          <a:spcPts val="0"/>
                        </a:spcAft>
                        <a:buNone/>
                      </a:pPr>
                      <a:r>
                        <a:rPr lang="en-IN" sz="1400" b="0" i="0" dirty="0">
                          <a:latin typeface="Times New Roman" panose="02020603050405020304" pitchFamily="18" charset="0"/>
                          <a:cs typeface="Times New Roman" panose="02020603050405020304" pitchFamily="18" charset="0"/>
                        </a:rPr>
                        <a:t>2.</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dirty="0">
                          <a:latin typeface="Times New Roman" panose="02020603050405020304" pitchFamily="18" charset="0"/>
                          <a:cs typeface="Times New Roman" panose="02020603050405020304" pitchFamily="18" charset="0"/>
                        </a:rPr>
                        <a:t>Sangeetha &amp; </a:t>
                      </a:r>
                      <a:r>
                        <a:rPr lang="en-IN" dirty="0" err="1">
                          <a:latin typeface="Times New Roman" panose="02020603050405020304" pitchFamily="18" charset="0"/>
                          <a:cs typeface="Times New Roman" panose="02020603050405020304" pitchFamily="18" charset="0"/>
                        </a:rPr>
                        <a:t>Pabboju</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Design and Development of Automated IoT-Aided Smart Agriculture Management System for Efficient Crop Growth Using Hybrid Convolution (1D–2D)-Based Adaptive Residual Attention (2024)</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Proposes an IoT-based AI model (H-ARAN) for plant disease detection, yield prediction, and smart irrigation with high accuracy.</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Focuses on complex AI computation; lacks a simple, low-cost, real-time IoT system for fertilizer advisory based on field sensor data.</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297495">
                <a:tc>
                  <a:txBody>
                    <a:bodyPr/>
                    <a:lstStyle/>
                    <a:p>
                      <a:pPr marL="0" lvl="0" indent="0" algn="ctr" rtl="0">
                        <a:lnSpc>
                          <a:spcPct val="115000"/>
                        </a:lnSpc>
                        <a:spcBef>
                          <a:spcPts val="0"/>
                        </a:spcBef>
                        <a:spcAft>
                          <a:spcPts val="0"/>
                        </a:spcAft>
                        <a:buNone/>
                      </a:pPr>
                      <a:r>
                        <a:rPr lang="en-IN" sz="1400" b="0" i="0" dirty="0">
                          <a:latin typeface="Times New Roman" panose="02020603050405020304" pitchFamily="18" charset="0"/>
                          <a:cs typeface="Times New Roman" panose="02020603050405020304" pitchFamily="18" charset="0"/>
                        </a:rPr>
                        <a:t>3.</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dirty="0">
                          <a:latin typeface="Times New Roman" panose="02020603050405020304" pitchFamily="18" charset="0"/>
                          <a:cs typeface="Times New Roman" panose="02020603050405020304" pitchFamily="18" charset="0"/>
                        </a:rPr>
                        <a:t>Siva</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Smart Fertilizer Recommendation through NPK Analysis Using Artificial Neural Networks (2019)</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Uses ANN models to recommend fertilizers based on NPK soil nutrient analysis for improved crop growth accuracy.</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Relies on laboratory-based NPK data and computational models; lacks integration with low-cost IoT sensors for on-field, real-time fertilizer advisory.</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3296434448"/>
                  </a:ext>
                </a:extLst>
              </a:tr>
            </a:tbl>
          </a:graphicData>
        </a:graphic>
      </p:graphicFrame>
    </p:spTree>
    <p:extLst>
      <p:ext uri="{BB962C8B-B14F-4D97-AF65-F5344CB8AC3E}">
        <p14:creationId xmlns:p14="http://schemas.microsoft.com/office/powerpoint/2010/main" val="3318255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02ADDFA6-A555-5181-5A4B-7287FC9B1F89}"/>
            </a:ext>
          </a:extLst>
        </p:cNvPr>
        <p:cNvGrpSpPr/>
        <p:nvPr/>
      </p:nvGrpSpPr>
      <p:grpSpPr>
        <a:xfrm>
          <a:off x="0" y="0"/>
          <a:ext cx="0" cy="0"/>
          <a:chOff x="0" y="0"/>
          <a:chExt cx="0" cy="0"/>
        </a:xfrm>
      </p:grpSpPr>
      <p:sp>
        <p:nvSpPr>
          <p:cNvPr id="97" name="Google Shape;97;p3">
            <a:extLst>
              <a:ext uri="{FF2B5EF4-FFF2-40B4-BE49-F238E27FC236}">
                <a16:creationId xmlns:a16="http://schemas.microsoft.com/office/drawing/2014/main" id="{BD8DFDD1-AD42-5D11-EB9D-5FB75AB7D7A6}"/>
              </a:ext>
            </a:extLst>
          </p:cNvPr>
          <p:cNvSpPr txBox="1">
            <a:spLocks noGrp="1"/>
          </p:cNvSpPr>
          <p:nvPr>
            <p:ph type="sldNum" idx="12"/>
          </p:nvPr>
        </p:nvSpPr>
        <p:spPr>
          <a:xfrm>
            <a:off x="9931576" y="381000"/>
            <a:ext cx="203024"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6</a:t>
            </a:fld>
            <a:endParaRPr kern="0" dirty="0"/>
          </a:p>
        </p:txBody>
      </p:sp>
      <p:sp>
        <p:nvSpPr>
          <p:cNvPr id="98" name="Google Shape;98;p3">
            <a:extLst>
              <a:ext uri="{FF2B5EF4-FFF2-40B4-BE49-F238E27FC236}">
                <a16:creationId xmlns:a16="http://schemas.microsoft.com/office/drawing/2014/main" id="{5723809A-6483-6DEF-ED87-E50A18AE6E79}"/>
              </a:ext>
            </a:extLst>
          </p:cNvPr>
          <p:cNvSpPr txBox="1">
            <a:spLocks noGrp="1"/>
          </p:cNvSpPr>
          <p:nvPr>
            <p:ph type="title"/>
          </p:nvPr>
        </p:nvSpPr>
        <p:spPr>
          <a:xfrm>
            <a:off x="2667000" y="367146"/>
            <a:ext cx="6858000" cy="808038"/>
          </a:xfrm>
          <a:prstGeom prst="rect">
            <a:avLst/>
          </a:prstGeom>
          <a:noFill/>
          <a:ln>
            <a:noFill/>
          </a:ln>
        </p:spPr>
        <p:txBody>
          <a:bodyPr spcFirstLastPara="1" wrap="square" lIns="45700" tIns="45700" rIns="45700" bIns="45700" anchor="ctr" anchorCtr="0">
            <a:normAutofit/>
          </a:bodyPr>
          <a:lstStyle/>
          <a:p>
            <a:pPr>
              <a:buSzPts val="3200"/>
            </a:pPr>
            <a:r>
              <a:rPr lang="en-US" sz="4000" dirty="0">
                <a:latin typeface="Times New Roman"/>
                <a:ea typeface="Times New Roman"/>
                <a:cs typeface="Times New Roman"/>
                <a:sym typeface="Times New Roman"/>
              </a:rPr>
              <a:t>Literature Survey</a:t>
            </a:r>
            <a:endParaRPr sz="4000" dirty="0">
              <a:latin typeface="Times New Roman"/>
              <a:ea typeface="Times New Roman"/>
              <a:cs typeface="Times New Roman"/>
              <a:sym typeface="Times New Roman"/>
            </a:endParaRPr>
          </a:p>
        </p:txBody>
      </p:sp>
      <p:graphicFrame>
        <p:nvGraphicFramePr>
          <p:cNvPr id="99" name="Google Shape;99;p3">
            <a:extLst>
              <a:ext uri="{FF2B5EF4-FFF2-40B4-BE49-F238E27FC236}">
                <a16:creationId xmlns:a16="http://schemas.microsoft.com/office/drawing/2014/main" id="{FC9E2491-ABDD-DCB1-8C84-606072125073}"/>
              </a:ext>
            </a:extLst>
          </p:cNvPr>
          <p:cNvGraphicFramePr/>
          <p:nvPr>
            <p:extLst>
              <p:ext uri="{D42A27DB-BD31-4B8C-83A1-F6EECF244321}">
                <p14:modId xmlns:p14="http://schemas.microsoft.com/office/powerpoint/2010/main" val="4274366635"/>
              </p:ext>
            </p:extLst>
          </p:nvPr>
        </p:nvGraphicFramePr>
        <p:xfrm>
          <a:off x="904568" y="1537855"/>
          <a:ext cx="10274708" cy="4643583"/>
        </p:xfrm>
        <a:graphic>
          <a:graphicData uri="http://schemas.openxmlformats.org/drawingml/2006/table">
            <a:tbl>
              <a:tblPr firstRow="1" bandRow="1">
                <a:noFill/>
              </a:tblPr>
              <a:tblGrid>
                <a:gridCol w="685099">
                  <a:extLst>
                    <a:ext uri="{9D8B030D-6E8A-4147-A177-3AD203B41FA5}">
                      <a16:colId xmlns:a16="http://schemas.microsoft.com/office/drawing/2014/main" val="20000"/>
                    </a:ext>
                  </a:extLst>
                </a:gridCol>
                <a:gridCol w="1483494">
                  <a:extLst>
                    <a:ext uri="{9D8B030D-6E8A-4147-A177-3AD203B41FA5}">
                      <a16:colId xmlns:a16="http://schemas.microsoft.com/office/drawing/2014/main" val="20001"/>
                    </a:ext>
                  </a:extLst>
                </a:gridCol>
                <a:gridCol w="2239246">
                  <a:extLst>
                    <a:ext uri="{9D8B030D-6E8A-4147-A177-3AD203B41FA5}">
                      <a16:colId xmlns:a16="http://schemas.microsoft.com/office/drawing/2014/main" val="20002"/>
                    </a:ext>
                  </a:extLst>
                </a:gridCol>
                <a:gridCol w="3165968">
                  <a:extLst>
                    <a:ext uri="{9D8B030D-6E8A-4147-A177-3AD203B41FA5}">
                      <a16:colId xmlns:a16="http://schemas.microsoft.com/office/drawing/2014/main" val="20003"/>
                    </a:ext>
                  </a:extLst>
                </a:gridCol>
                <a:gridCol w="2700901">
                  <a:extLst>
                    <a:ext uri="{9D8B030D-6E8A-4147-A177-3AD203B41FA5}">
                      <a16:colId xmlns:a16="http://schemas.microsoft.com/office/drawing/2014/main" val="20004"/>
                    </a:ext>
                  </a:extLst>
                </a:gridCol>
              </a:tblGrid>
              <a:tr h="568025">
                <a:tc>
                  <a:txBody>
                    <a:bodyPr/>
                    <a:lstStyle/>
                    <a:p>
                      <a:pPr marL="0" marR="0" lvl="0" indent="0" algn="ctr" rtl="0">
                        <a:lnSpc>
                          <a:spcPct val="100000"/>
                        </a:lnSpc>
                        <a:spcBef>
                          <a:spcPts val="0"/>
                        </a:spcBef>
                        <a:spcAft>
                          <a:spcPts val="0"/>
                        </a:spcAft>
                        <a:buClr>
                          <a:schemeClr val="dk1"/>
                        </a:buClr>
                        <a:buSzPts val="1400"/>
                        <a:buFont typeface="Arial"/>
                        <a:buNone/>
                      </a:pPr>
                      <a:r>
                        <a:rPr lang="en-US" sz="1400" b="1" i="0" u="none" strike="noStrike" cap="none" dirty="0">
                          <a:latin typeface="Times New Roman" panose="02020603050405020304" pitchFamily="18" charset="0"/>
                          <a:cs typeface="Times New Roman" panose="02020603050405020304" pitchFamily="18" charset="0"/>
                        </a:rPr>
                        <a:t>S.No.</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400" b="1" i="0" u="none" strike="noStrike" cap="none" dirty="0">
                          <a:latin typeface="Times New Roman" panose="02020603050405020304" pitchFamily="18" charset="0"/>
                          <a:cs typeface="Times New Roman" panose="02020603050405020304" pitchFamily="18" charset="0"/>
                        </a:rPr>
                        <a:t>Authors name(s)</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400" b="1" i="0" u="none" strike="noStrike" cap="none" dirty="0">
                          <a:latin typeface="Times New Roman" panose="02020603050405020304" pitchFamily="18" charset="0"/>
                          <a:cs typeface="Times New Roman" panose="02020603050405020304" pitchFamily="18" charset="0"/>
                        </a:rPr>
                        <a:t>Full title of the paper with year</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lgn="ctr">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400" b="1" i="0" u="none" strike="noStrike" cap="none" dirty="0">
                          <a:latin typeface="Times New Roman" panose="02020603050405020304" pitchFamily="18" charset="0"/>
                          <a:cs typeface="Times New Roman" panose="02020603050405020304" pitchFamily="18" charset="0"/>
                        </a:rPr>
                        <a:t>Inference from the paper</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lgn="ctr">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400" b="1" i="0" u="none" strike="noStrike" cap="none" dirty="0">
                          <a:latin typeface="Times New Roman" panose="02020603050405020304" pitchFamily="18" charset="0"/>
                          <a:cs typeface="Times New Roman" panose="02020603050405020304" pitchFamily="18" charset="0"/>
                        </a:rPr>
                        <a:t>Open Problem (For proposed work)</a:t>
                      </a:r>
                      <a:endParaRPr sz="1400" b="1" i="0" dirty="0">
                        <a:latin typeface="Times New Roman" panose="02020603050405020304" pitchFamily="18" charset="0"/>
                        <a:cs typeface="Times New Roman" panose="02020603050405020304" pitchFamily="18" charset="0"/>
                      </a:endParaRPr>
                    </a:p>
                  </a:txBody>
                  <a:tcPr marL="91450" marR="91450" marT="45725" marB="45725" anchor="ctr">
                    <a:lnB w="12700" cap="flat" cmpd="sng">
                      <a:solidFill>
                        <a:srgbClr val="000000"/>
                      </a:solidFill>
                      <a:prstDash val="solid"/>
                      <a:round/>
                      <a:headEnd type="none" w="sm" len="sm"/>
                      <a:tailEnd type="none" w="sm" len="sm"/>
                    </a:lnB>
                    <a:solidFill>
                      <a:srgbClr val="4898CA"/>
                    </a:solidFill>
                  </a:tcPr>
                </a:tc>
                <a:extLst>
                  <a:ext uri="{0D108BD9-81ED-4DB2-BD59-A6C34878D82A}">
                    <a16:rowId xmlns:a16="http://schemas.microsoft.com/office/drawing/2014/main" val="10000"/>
                  </a:ext>
                </a:extLst>
              </a:tr>
              <a:tr h="1323125">
                <a:tc>
                  <a:txBody>
                    <a:bodyPr/>
                    <a:lstStyle/>
                    <a:p>
                      <a:pPr marL="0" lvl="0" indent="0" algn="ctr" rtl="0">
                        <a:lnSpc>
                          <a:spcPct val="115000"/>
                        </a:lnSpc>
                        <a:spcBef>
                          <a:spcPts val="0"/>
                        </a:spcBef>
                        <a:spcAft>
                          <a:spcPts val="0"/>
                        </a:spcAft>
                        <a:buNone/>
                      </a:pPr>
                      <a:r>
                        <a:rPr lang="en-IN" sz="1400" b="0" i="0" dirty="0">
                          <a:latin typeface="Times New Roman" panose="02020603050405020304" pitchFamily="18" charset="0"/>
                          <a:cs typeface="Times New Roman" panose="02020603050405020304" pitchFamily="18" charset="0"/>
                        </a:rPr>
                        <a:t>4.</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dirty="0">
                          <a:latin typeface="Times New Roman" panose="02020603050405020304" pitchFamily="18" charset="0"/>
                          <a:cs typeface="Times New Roman" panose="02020603050405020304" pitchFamily="18" charset="0"/>
                        </a:rPr>
                        <a:t>Diaz et al.</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algn="ctr"/>
                      <a:r>
                        <a:rPr lang="en-US" sz="14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Low-Cost Optical Sensors for Soil Composition Monitoring (2024)</a:t>
                      </a: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Develops a low-cost RGB-based optical sensor for detecting and classifying soil composition with high accuracy under different light conditions.</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Focuses on soil classification but not on integrating soil and crop sensing for fertilizer advisory or real-time nutrient management using IoT.</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17450">
                <a:tc>
                  <a:txBody>
                    <a:bodyPr/>
                    <a:lstStyle/>
                    <a:p>
                      <a:pPr marL="0" lvl="0" indent="0" algn="ctr" rtl="0">
                        <a:lnSpc>
                          <a:spcPct val="115000"/>
                        </a:lnSpc>
                        <a:spcBef>
                          <a:spcPts val="0"/>
                        </a:spcBef>
                        <a:spcAft>
                          <a:spcPts val="0"/>
                        </a:spcAft>
                        <a:buNone/>
                      </a:pPr>
                      <a:r>
                        <a:rPr lang="en-IN" sz="1400" b="0" i="0" dirty="0">
                          <a:latin typeface="Times New Roman" panose="02020603050405020304" pitchFamily="18" charset="0"/>
                          <a:cs typeface="Times New Roman" panose="02020603050405020304" pitchFamily="18" charset="0"/>
                        </a:rPr>
                        <a:t>5.</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dirty="0">
                          <a:latin typeface="Times New Roman" panose="02020603050405020304" pitchFamily="18" charset="0"/>
                          <a:cs typeface="Times New Roman" panose="02020603050405020304" pitchFamily="18" charset="0"/>
                        </a:rPr>
                        <a:t>Carrasco et al.</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algn="ctr"/>
                      <a:r>
                        <a:rPr lang="en-US" sz="14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Enhancing Leafy Greens’ Production: Nutrient Film Technique Systems and Automation in Container-Based Vertical Farming (2024)</a:t>
                      </a: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Demonstrates how low-cost sensors and automation in NFT systems significantly boost leafy green yields while maintaining economic feasibility.</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Focuses on controlled indoor environments; lacks integration of field-based IoT sensing and fertilizer advisory for open-field crop management.</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17450">
                <a:tc>
                  <a:txBody>
                    <a:bodyPr/>
                    <a:lstStyle/>
                    <a:p>
                      <a:pPr marL="0" lvl="0" indent="0" algn="ctr" rtl="0">
                        <a:lnSpc>
                          <a:spcPct val="115000"/>
                        </a:lnSpc>
                        <a:spcBef>
                          <a:spcPts val="0"/>
                        </a:spcBef>
                        <a:spcAft>
                          <a:spcPts val="0"/>
                        </a:spcAft>
                        <a:buNone/>
                      </a:pPr>
                      <a:r>
                        <a:rPr lang="en-IN" sz="1400" b="0" i="0" dirty="0">
                          <a:latin typeface="Times New Roman" panose="02020603050405020304" pitchFamily="18" charset="0"/>
                          <a:cs typeface="Times New Roman" panose="02020603050405020304" pitchFamily="18" charset="0"/>
                        </a:rPr>
                        <a:t>6</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dirty="0">
                          <a:latin typeface="Times New Roman" panose="02020603050405020304" pitchFamily="18" charset="0"/>
                          <a:cs typeface="Times New Roman" panose="02020603050405020304" pitchFamily="18" charset="0"/>
                        </a:rPr>
                        <a:t>Patil </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algn="ctr"/>
                      <a:r>
                        <a:rPr lang="en-US" dirty="0">
                          <a:latin typeface="Times New Roman" panose="02020603050405020304" pitchFamily="18" charset="0"/>
                          <a:cs typeface="Times New Roman" panose="02020603050405020304" pitchFamily="18" charset="0"/>
                        </a:rPr>
                        <a:t>IOT DEVELOPMENT IN THE AGRICULTURE SECTOR (2023)</a:t>
                      </a:r>
                      <a:endParaRPr lang="en-US" sz="14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a:latin typeface="Times New Roman" panose="02020603050405020304" pitchFamily="18" charset="0"/>
                          <a:cs typeface="Times New Roman" panose="02020603050405020304" pitchFamily="18" charset="0"/>
                        </a:rPr>
                        <a:t>Reviews IoT technologies, sensors, and data systems used in smart farming, highlighting their role in improving efficiency and productivity.</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dirty="0" err="1">
                          <a:latin typeface="Times New Roman" panose="02020603050405020304" pitchFamily="18" charset="0"/>
                          <a:cs typeface="Times New Roman" panose="02020603050405020304" pitchFamily="18" charset="0"/>
                        </a:rPr>
                        <a:t>rovides</a:t>
                      </a:r>
                      <a:r>
                        <a:rPr lang="en-US" dirty="0">
                          <a:latin typeface="Times New Roman" panose="02020603050405020304" pitchFamily="18" charset="0"/>
                          <a:cs typeface="Times New Roman" panose="02020603050405020304" pitchFamily="18" charset="0"/>
                        </a:rPr>
                        <a:t> conceptual understanding but lacks practical low-cost implementations for real-time soil and fertilizer monitoring in small farms.</a:t>
                      </a:r>
                      <a:endParaRPr sz="14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3499308316"/>
                  </a:ext>
                </a:extLst>
              </a:tr>
            </a:tbl>
          </a:graphicData>
        </a:graphic>
      </p:graphicFrame>
    </p:spTree>
    <p:extLst>
      <p:ext uri="{BB962C8B-B14F-4D97-AF65-F5344CB8AC3E}">
        <p14:creationId xmlns:p14="http://schemas.microsoft.com/office/powerpoint/2010/main" val="917422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CB443D59-E328-D5DD-74E5-73F1E6A9E343}"/>
            </a:ext>
          </a:extLst>
        </p:cNvPr>
        <p:cNvGrpSpPr/>
        <p:nvPr/>
      </p:nvGrpSpPr>
      <p:grpSpPr>
        <a:xfrm>
          <a:off x="0" y="0"/>
          <a:ext cx="0" cy="0"/>
          <a:chOff x="0" y="0"/>
          <a:chExt cx="0" cy="0"/>
        </a:xfrm>
      </p:grpSpPr>
      <p:sp>
        <p:nvSpPr>
          <p:cNvPr id="97" name="Google Shape;97;p3">
            <a:extLst>
              <a:ext uri="{FF2B5EF4-FFF2-40B4-BE49-F238E27FC236}">
                <a16:creationId xmlns:a16="http://schemas.microsoft.com/office/drawing/2014/main" id="{A4CDAD35-F0C9-68E5-2417-DA94E9F17608}"/>
              </a:ext>
            </a:extLst>
          </p:cNvPr>
          <p:cNvSpPr txBox="1">
            <a:spLocks noGrp="1"/>
          </p:cNvSpPr>
          <p:nvPr>
            <p:ph type="sldNum" idx="12"/>
          </p:nvPr>
        </p:nvSpPr>
        <p:spPr>
          <a:xfrm>
            <a:off x="9931576" y="381000"/>
            <a:ext cx="203024"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7</a:t>
            </a:fld>
            <a:endParaRPr kern="0" dirty="0"/>
          </a:p>
        </p:txBody>
      </p:sp>
      <p:sp>
        <p:nvSpPr>
          <p:cNvPr id="98" name="Google Shape;98;p3">
            <a:extLst>
              <a:ext uri="{FF2B5EF4-FFF2-40B4-BE49-F238E27FC236}">
                <a16:creationId xmlns:a16="http://schemas.microsoft.com/office/drawing/2014/main" id="{4FD06ADE-5D94-F76E-220A-B5483ACEF3DC}"/>
              </a:ext>
            </a:extLst>
          </p:cNvPr>
          <p:cNvSpPr txBox="1">
            <a:spLocks noGrp="1"/>
          </p:cNvSpPr>
          <p:nvPr>
            <p:ph type="title"/>
          </p:nvPr>
        </p:nvSpPr>
        <p:spPr>
          <a:xfrm>
            <a:off x="2667000" y="284717"/>
            <a:ext cx="6858000" cy="808038"/>
          </a:xfrm>
          <a:prstGeom prst="rect">
            <a:avLst/>
          </a:prstGeom>
          <a:noFill/>
          <a:ln>
            <a:noFill/>
          </a:ln>
        </p:spPr>
        <p:txBody>
          <a:bodyPr spcFirstLastPara="1" wrap="square" lIns="45700" tIns="45700" rIns="45700" bIns="45700" anchor="ctr" anchorCtr="0">
            <a:normAutofit/>
          </a:bodyPr>
          <a:lstStyle/>
          <a:p>
            <a:pPr>
              <a:buSzPts val="3200"/>
            </a:pPr>
            <a:r>
              <a:rPr lang="en-US" sz="4000" dirty="0">
                <a:latin typeface="Times New Roman"/>
                <a:ea typeface="Times New Roman"/>
                <a:cs typeface="Times New Roman"/>
                <a:sym typeface="Times New Roman"/>
              </a:rPr>
              <a:t>Literature Survey</a:t>
            </a:r>
            <a:endParaRPr sz="4000" dirty="0">
              <a:latin typeface="Times New Roman"/>
              <a:ea typeface="Times New Roman"/>
              <a:cs typeface="Times New Roman"/>
              <a:sym typeface="Times New Roman"/>
            </a:endParaRPr>
          </a:p>
        </p:txBody>
      </p:sp>
      <p:graphicFrame>
        <p:nvGraphicFramePr>
          <p:cNvPr id="99" name="Google Shape;99;p3">
            <a:extLst>
              <a:ext uri="{FF2B5EF4-FFF2-40B4-BE49-F238E27FC236}">
                <a16:creationId xmlns:a16="http://schemas.microsoft.com/office/drawing/2014/main" id="{CE4A6DB3-B8E7-D5DD-6EB6-4987E8645E63}"/>
              </a:ext>
            </a:extLst>
          </p:cNvPr>
          <p:cNvGraphicFramePr/>
          <p:nvPr>
            <p:extLst>
              <p:ext uri="{D42A27DB-BD31-4B8C-83A1-F6EECF244321}">
                <p14:modId xmlns:p14="http://schemas.microsoft.com/office/powerpoint/2010/main" val="3094989188"/>
              </p:ext>
            </p:extLst>
          </p:nvPr>
        </p:nvGraphicFramePr>
        <p:xfrm>
          <a:off x="1317521" y="1175184"/>
          <a:ext cx="9753600" cy="5014659"/>
        </p:xfrm>
        <a:graphic>
          <a:graphicData uri="http://schemas.openxmlformats.org/drawingml/2006/table">
            <a:tbl>
              <a:tblPr firstRow="1" bandRow="1">
                <a:noFill/>
              </a:tblPr>
              <a:tblGrid>
                <a:gridCol w="650352">
                  <a:extLst>
                    <a:ext uri="{9D8B030D-6E8A-4147-A177-3AD203B41FA5}">
                      <a16:colId xmlns:a16="http://schemas.microsoft.com/office/drawing/2014/main" val="20000"/>
                    </a:ext>
                  </a:extLst>
                </a:gridCol>
                <a:gridCol w="1408255">
                  <a:extLst>
                    <a:ext uri="{9D8B030D-6E8A-4147-A177-3AD203B41FA5}">
                      <a16:colId xmlns:a16="http://schemas.microsoft.com/office/drawing/2014/main" val="20001"/>
                    </a:ext>
                  </a:extLst>
                </a:gridCol>
                <a:gridCol w="2125677">
                  <a:extLst>
                    <a:ext uri="{9D8B030D-6E8A-4147-A177-3AD203B41FA5}">
                      <a16:colId xmlns:a16="http://schemas.microsoft.com/office/drawing/2014/main" val="20002"/>
                    </a:ext>
                  </a:extLst>
                </a:gridCol>
                <a:gridCol w="3005398">
                  <a:extLst>
                    <a:ext uri="{9D8B030D-6E8A-4147-A177-3AD203B41FA5}">
                      <a16:colId xmlns:a16="http://schemas.microsoft.com/office/drawing/2014/main" val="20003"/>
                    </a:ext>
                  </a:extLst>
                </a:gridCol>
                <a:gridCol w="2563918">
                  <a:extLst>
                    <a:ext uri="{9D8B030D-6E8A-4147-A177-3AD203B41FA5}">
                      <a16:colId xmlns:a16="http://schemas.microsoft.com/office/drawing/2014/main" val="20004"/>
                    </a:ext>
                  </a:extLst>
                </a:gridCol>
              </a:tblGrid>
              <a:tr h="530433">
                <a:tc>
                  <a:txBody>
                    <a:bodyPr/>
                    <a:lstStyle/>
                    <a:p>
                      <a:pPr marL="0" marR="0" lvl="0" indent="0" algn="ctr" rtl="0">
                        <a:lnSpc>
                          <a:spcPct val="100000"/>
                        </a:lnSpc>
                        <a:spcBef>
                          <a:spcPts val="0"/>
                        </a:spcBef>
                        <a:spcAft>
                          <a:spcPts val="0"/>
                        </a:spcAft>
                        <a:buClr>
                          <a:schemeClr val="dk1"/>
                        </a:buClr>
                        <a:buSzPts val="1400"/>
                        <a:buFont typeface="Arial"/>
                        <a:buNone/>
                      </a:pPr>
                      <a:r>
                        <a:rPr lang="en-US" sz="1200" b="0" i="0" u="none" strike="noStrike" cap="none" dirty="0">
                          <a:latin typeface="Times New Roman" panose="02020603050405020304" pitchFamily="18" charset="0"/>
                          <a:cs typeface="Times New Roman" panose="02020603050405020304" pitchFamily="18" charset="0"/>
                        </a:rPr>
                        <a:t>S.No.</a:t>
                      </a:r>
                      <a:endParaRPr sz="1200" b="0" i="0" dirty="0">
                        <a:latin typeface="Times New Roman" panose="02020603050405020304" pitchFamily="18" charset="0"/>
                        <a:cs typeface="Times New Roman" panose="02020603050405020304" pitchFamily="18" charset="0"/>
                      </a:endParaRPr>
                    </a:p>
                  </a:txBody>
                  <a:tcPr marL="91450" marR="91450" marT="45725" marB="45725" anchor="ctr">
                    <a:lnB w="12700" cap="flat" cmpd="sng">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200" b="0" i="0" u="none" strike="noStrike" cap="none" dirty="0">
                          <a:latin typeface="Times New Roman" panose="02020603050405020304" pitchFamily="18" charset="0"/>
                          <a:cs typeface="Times New Roman" panose="02020603050405020304" pitchFamily="18" charset="0"/>
                        </a:rPr>
                        <a:t>Authors name(s)</a:t>
                      </a:r>
                      <a:endParaRPr sz="1200" b="0" i="0" dirty="0">
                        <a:latin typeface="Times New Roman" panose="02020603050405020304" pitchFamily="18" charset="0"/>
                        <a:cs typeface="Times New Roman" panose="02020603050405020304" pitchFamily="18" charset="0"/>
                      </a:endParaRPr>
                    </a:p>
                  </a:txBody>
                  <a:tcPr marL="91450" marR="91450" marT="45725" marB="45725" anchor="ctr">
                    <a:lnB w="12700" cap="flat" cmpd="sng">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200" b="0" i="0" u="none" strike="noStrike" cap="none" dirty="0">
                          <a:latin typeface="Times New Roman" panose="02020603050405020304" pitchFamily="18" charset="0"/>
                          <a:cs typeface="Times New Roman" panose="02020603050405020304" pitchFamily="18" charset="0"/>
                        </a:rPr>
                        <a:t>Full title of the paper with year</a:t>
                      </a:r>
                      <a:endParaRPr sz="1200" b="0" i="0" dirty="0">
                        <a:latin typeface="Times New Roman" panose="02020603050405020304" pitchFamily="18" charset="0"/>
                        <a:cs typeface="Times New Roman" panose="02020603050405020304" pitchFamily="18" charset="0"/>
                      </a:endParaRPr>
                    </a:p>
                  </a:txBody>
                  <a:tcPr marL="91450" marR="91450" marT="45725" marB="45725" anchor="ctr">
                    <a:lnB w="12700" cap="flat" cmpd="sng" algn="ctr">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200" b="0" i="0" u="none" strike="noStrike" cap="none" dirty="0">
                          <a:latin typeface="Times New Roman" panose="02020603050405020304" pitchFamily="18" charset="0"/>
                          <a:cs typeface="Times New Roman" panose="02020603050405020304" pitchFamily="18" charset="0"/>
                        </a:rPr>
                        <a:t>Inference from the paper</a:t>
                      </a:r>
                      <a:endParaRPr sz="1200" b="0" i="0" dirty="0">
                        <a:latin typeface="Times New Roman" panose="02020603050405020304" pitchFamily="18" charset="0"/>
                        <a:cs typeface="Times New Roman" panose="02020603050405020304" pitchFamily="18" charset="0"/>
                      </a:endParaRPr>
                    </a:p>
                  </a:txBody>
                  <a:tcPr marL="91450" marR="91450" marT="45725" marB="45725" anchor="ctr">
                    <a:lnB w="12700" cap="flat" cmpd="sng" algn="ctr">
                      <a:solidFill>
                        <a:srgbClr val="000000"/>
                      </a:solidFill>
                      <a:prstDash val="solid"/>
                      <a:round/>
                      <a:headEnd type="none" w="sm" len="sm"/>
                      <a:tailEnd type="none" w="sm" len="sm"/>
                    </a:lnB>
                    <a:solidFill>
                      <a:srgbClr val="4898CA"/>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lang="en-US" sz="1200" b="0" i="0" u="none" strike="noStrike" cap="none" dirty="0">
                          <a:latin typeface="Times New Roman" panose="02020603050405020304" pitchFamily="18" charset="0"/>
                          <a:cs typeface="Times New Roman" panose="02020603050405020304" pitchFamily="18" charset="0"/>
                        </a:rPr>
                        <a:t>Open Problem (For proposed work)</a:t>
                      </a:r>
                      <a:endParaRPr sz="1200" b="0" i="0" dirty="0">
                        <a:latin typeface="Times New Roman" panose="02020603050405020304" pitchFamily="18" charset="0"/>
                        <a:cs typeface="Times New Roman" panose="02020603050405020304" pitchFamily="18" charset="0"/>
                      </a:endParaRPr>
                    </a:p>
                  </a:txBody>
                  <a:tcPr marL="91450" marR="91450" marT="45725" marB="45725" anchor="ctr">
                    <a:lnB w="12700" cap="flat" cmpd="sng">
                      <a:solidFill>
                        <a:srgbClr val="000000"/>
                      </a:solidFill>
                      <a:prstDash val="solid"/>
                      <a:round/>
                      <a:headEnd type="none" w="sm" len="sm"/>
                      <a:tailEnd type="none" w="sm" len="sm"/>
                    </a:lnB>
                    <a:solidFill>
                      <a:srgbClr val="4898CA"/>
                    </a:solidFill>
                  </a:tcPr>
                </a:tc>
                <a:extLst>
                  <a:ext uri="{0D108BD9-81ED-4DB2-BD59-A6C34878D82A}">
                    <a16:rowId xmlns:a16="http://schemas.microsoft.com/office/drawing/2014/main" val="10000"/>
                  </a:ext>
                </a:extLst>
              </a:tr>
              <a:tr h="1235561">
                <a:tc>
                  <a:txBody>
                    <a:bodyPr/>
                    <a:lstStyle/>
                    <a:p>
                      <a:pPr marL="0" lvl="0" indent="0" algn="ctr" rtl="0">
                        <a:lnSpc>
                          <a:spcPct val="115000"/>
                        </a:lnSpc>
                        <a:spcBef>
                          <a:spcPts val="0"/>
                        </a:spcBef>
                        <a:spcAft>
                          <a:spcPts val="0"/>
                        </a:spcAft>
                        <a:buNone/>
                      </a:pPr>
                      <a:r>
                        <a:rPr lang="en-IN" sz="1200" b="0" i="0" dirty="0">
                          <a:latin typeface="Times New Roman" panose="02020603050405020304" pitchFamily="18" charset="0"/>
                          <a:cs typeface="Times New Roman" panose="02020603050405020304" pitchFamily="18" charset="0"/>
                        </a:rPr>
                        <a:t>7.</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sz="1200" b="0" dirty="0" err="1">
                          <a:latin typeface="Times New Roman" panose="02020603050405020304" pitchFamily="18" charset="0"/>
                          <a:cs typeface="Times New Roman" panose="02020603050405020304" pitchFamily="18" charset="0"/>
                        </a:rPr>
                        <a:t>Doychev</a:t>
                      </a:r>
                      <a:r>
                        <a:rPr lang="en-IN" sz="1200" b="0" dirty="0">
                          <a:latin typeface="Times New Roman" panose="02020603050405020304" pitchFamily="18" charset="0"/>
                          <a:cs typeface="Times New Roman" panose="02020603050405020304" pitchFamily="18" charset="0"/>
                        </a:rPr>
                        <a:t> et al.</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algn="ctr"/>
                      <a:r>
                        <a:rPr lang="en-US" sz="12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Architecture and Data Knowledge of the Regional Data Center for Intelligent Agriculture (2023)</a:t>
                      </a: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b="0" dirty="0">
                          <a:latin typeface="Times New Roman" panose="02020603050405020304" pitchFamily="18" charset="0"/>
                          <a:cs typeface="Times New Roman" panose="02020603050405020304" pitchFamily="18" charset="0"/>
                        </a:rPr>
                        <a:t>Describes the design of a regional data center for smart farming, integrating sensor data and ontologies to support intelligent crop management.</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b="0" dirty="0">
                          <a:latin typeface="Times New Roman" panose="02020603050405020304" pitchFamily="18" charset="0"/>
                          <a:cs typeface="Times New Roman" panose="02020603050405020304" pitchFamily="18" charset="0"/>
                        </a:rPr>
                        <a:t>Focuses on large-scale infrastructure; lacks lightweight, farm-level IoT systems for direct fertilizer advisory and localized soil-health monitoring.</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43498">
                <a:tc>
                  <a:txBody>
                    <a:bodyPr/>
                    <a:lstStyle/>
                    <a:p>
                      <a:pPr marL="0" lvl="0" indent="0" algn="ctr" rtl="0">
                        <a:lnSpc>
                          <a:spcPct val="115000"/>
                        </a:lnSpc>
                        <a:spcBef>
                          <a:spcPts val="0"/>
                        </a:spcBef>
                        <a:spcAft>
                          <a:spcPts val="0"/>
                        </a:spcAft>
                        <a:buNone/>
                      </a:pPr>
                      <a:r>
                        <a:rPr lang="en-IN" sz="1200" b="0" i="0" dirty="0">
                          <a:latin typeface="Times New Roman" panose="02020603050405020304" pitchFamily="18" charset="0"/>
                          <a:cs typeface="Times New Roman" panose="02020603050405020304" pitchFamily="18" charset="0"/>
                        </a:rPr>
                        <a:t>8.</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sz="1200" b="0" dirty="0">
                          <a:latin typeface="Times New Roman" panose="02020603050405020304" pitchFamily="18" charset="0"/>
                          <a:cs typeface="Times New Roman" panose="02020603050405020304" pitchFamily="18" charset="0"/>
                        </a:rPr>
                        <a:t>Xu et al.</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algn="ctr"/>
                      <a:r>
                        <a:rPr lang="en-US" sz="12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Application of blockchain technology in food safety </a:t>
                      </a:r>
                      <a:r>
                        <a:rPr lang="en-US" sz="1200" b="0" i="0" u="none" strike="noStrike" cap="none" dirty="0" err="1">
                          <a:solidFill>
                            <a:schemeClr val="tx1"/>
                          </a:solidFill>
                          <a:effectLst/>
                          <a:latin typeface="Times New Roman" panose="02020603050405020304" pitchFamily="18" charset="0"/>
                          <a:ea typeface="+mn-ea"/>
                          <a:cs typeface="Times New Roman" panose="02020603050405020304" pitchFamily="18" charset="0"/>
                          <a:sym typeface="Arial"/>
                        </a:rPr>
                        <a:t>control：current</a:t>
                      </a:r>
                      <a:r>
                        <a:rPr lang="en-US" sz="12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 trends and future prospects (2020)</a:t>
                      </a: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b="0" dirty="0">
                          <a:latin typeface="Times New Roman" panose="02020603050405020304" pitchFamily="18" charset="0"/>
                          <a:cs typeface="Times New Roman" panose="02020603050405020304" pitchFamily="18" charset="0"/>
                        </a:rPr>
                        <a:t>Reviews how blockchain enhances food safety through transparent, tamper-proof data management across supply chains.</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b="0" dirty="0">
                          <a:latin typeface="Times New Roman" panose="02020603050405020304" pitchFamily="18" charset="0"/>
                          <a:cs typeface="Times New Roman" panose="02020603050405020304" pitchFamily="18" charset="0"/>
                        </a:rPr>
                        <a:t>Focuses on post-harvest traceability; lacks integration of blockchain with IoT-based on-field sensing for nutrient management and fertilizer advisory.</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43498">
                <a:tc>
                  <a:txBody>
                    <a:bodyPr/>
                    <a:lstStyle/>
                    <a:p>
                      <a:pPr marL="0" lvl="0" indent="0" algn="ctr" rtl="0">
                        <a:lnSpc>
                          <a:spcPct val="115000"/>
                        </a:lnSpc>
                        <a:spcBef>
                          <a:spcPts val="0"/>
                        </a:spcBef>
                        <a:spcAft>
                          <a:spcPts val="0"/>
                        </a:spcAft>
                        <a:buNone/>
                      </a:pPr>
                      <a:r>
                        <a:rPr lang="en-IN" sz="1200" b="0" i="0" dirty="0">
                          <a:latin typeface="Times New Roman" panose="02020603050405020304" pitchFamily="18" charset="0"/>
                          <a:cs typeface="Times New Roman" panose="02020603050405020304" pitchFamily="18" charset="0"/>
                        </a:rPr>
                        <a:t>9.</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sz="1200" b="0" dirty="0" err="1">
                          <a:latin typeface="Times New Roman" panose="02020603050405020304" pitchFamily="18" charset="0"/>
                          <a:cs typeface="Times New Roman" panose="02020603050405020304" pitchFamily="18" charset="0"/>
                        </a:rPr>
                        <a:t>Bukhamsin</a:t>
                      </a:r>
                      <a:r>
                        <a:rPr lang="en-IN" sz="1200" b="0" dirty="0">
                          <a:latin typeface="Times New Roman" panose="02020603050405020304" pitchFamily="18" charset="0"/>
                          <a:cs typeface="Times New Roman" panose="02020603050405020304" pitchFamily="18" charset="0"/>
                        </a:rPr>
                        <a:t> et al.</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algn="ctr"/>
                      <a:r>
                        <a:rPr lang="en-US" sz="12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Early and high-throughput plant diagnostics: strategies for disease detection (2025)</a:t>
                      </a: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b="0" dirty="0">
                          <a:latin typeface="Times New Roman" panose="02020603050405020304" pitchFamily="18" charset="0"/>
                          <a:cs typeface="Times New Roman" panose="02020603050405020304" pitchFamily="18" charset="0"/>
                        </a:rPr>
                        <a:t>Reviews advanced sensing platforms and biomarkers for early plant disease detection and proposes integrated, cost-efficient diagnostic approaches.</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b="0" dirty="0">
                          <a:latin typeface="Times New Roman" panose="02020603050405020304" pitchFamily="18" charset="0"/>
                          <a:cs typeface="Times New Roman" panose="02020603050405020304" pitchFamily="18" charset="0"/>
                        </a:rPr>
                        <a:t>Focuses on pathogen detection; lacks simple, IoT-based sensing frameworks for nutrient and fertilizer condition monitoring at the farm level.</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3499308316"/>
                  </a:ext>
                </a:extLst>
              </a:tr>
              <a:tr h="1084790">
                <a:tc>
                  <a:txBody>
                    <a:bodyPr/>
                    <a:lstStyle/>
                    <a:p>
                      <a:pPr marL="0" lvl="0" indent="0" algn="ctr" rtl="0">
                        <a:lnSpc>
                          <a:spcPct val="115000"/>
                        </a:lnSpc>
                        <a:spcBef>
                          <a:spcPts val="0"/>
                        </a:spcBef>
                        <a:spcAft>
                          <a:spcPts val="0"/>
                        </a:spcAft>
                        <a:buNone/>
                      </a:pPr>
                      <a:r>
                        <a:rPr lang="en-IN" sz="1200" b="0" i="0" dirty="0">
                          <a:latin typeface="Times New Roman" panose="02020603050405020304" pitchFamily="18" charset="0"/>
                          <a:cs typeface="Times New Roman" panose="02020603050405020304" pitchFamily="18" charset="0"/>
                        </a:rPr>
                        <a:t>10</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IN" sz="1200" dirty="0">
                          <a:latin typeface="Times New Roman" panose="02020603050405020304" pitchFamily="18" charset="0"/>
                          <a:cs typeface="Times New Roman" panose="02020603050405020304" pitchFamily="18" charset="0"/>
                        </a:rPr>
                        <a:t>Lavanya et al.</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algn="ctr"/>
                      <a:r>
                        <a:rPr lang="en-US" sz="1200" dirty="0">
                          <a:latin typeface="Times New Roman" panose="02020603050405020304" pitchFamily="18" charset="0"/>
                          <a:cs typeface="Times New Roman" panose="02020603050405020304" pitchFamily="18" charset="0"/>
                        </a:rPr>
                        <a:t>An Automated Low-Cost IoT-Based Fertilizer Intimation System for Smart Agriculture (2020)</a:t>
                      </a:r>
                      <a:endParaRPr lang="en-US" sz="12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dirty="0">
                          <a:latin typeface="Times New Roman" panose="02020603050405020304" pitchFamily="18" charset="0"/>
                          <a:cs typeface="Times New Roman" panose="02020603050405020304" pitchFamily="18" charset="0"/>
                        </a:rPr>
                        <a:t>Proposes a colorimetric IoT system using an NPK sensor and fuzzy logic to provide fertilizer recommendations based on soil nutrient levels.</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200" dirty="0">
                          <a:latin typeface="Times New Roman" panose="02020603050405020304" pitchFamily="18" charset="0"/>
                          <a:cs typeface="Times New Roman" panose="02020603050405020304" pitchFamily="18" charset="0"/>
                        </a:rPr>
                        <a:t>Focuses only on chemical nutrient detection; does not integrate environmental or leaf-color sensing for a holistic, real-time fertilizer advisory system.</a:t>
                      </a:r>
                      <a:endParaRPr sz="1200" b="0" i="0" dirty="0">
                        <a:latin typeface="Times New Roman" panose="02020603050405020304" pitchFamily="18" charset="0"/>
                        <a:cs typeface="Times New Roman" panose="02020603050405020304" pitchFamily="18" charset="0"/>
                      </a:endParaRPr>
                    </a:p>
                  </a:txBody>
                  <a:tcPr marL="63500" marR="63500" marT="63500" marB="63500" anchor="ctr">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248905332"/>
                  </a:ext>
                </a:extLst>
              </a:tr>
            </a:tbl>
          </a:graphicData>
        </a:graphic>
      </p:graphicFrame>
    </p:spTree>
    <p:extLst>
      <p:ext uri="{BB962C8B-B14F-4D97-AF65-F5344CB8AC3E}">
        <p14:creationId xmlns:p14="http://schemas.microsoft.com/office/powerpoint/2010/main" val="2206885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EA2ABBFC-03E6-83C1-485F-3264D6D69D63}"/>
            </a:ext>
          </a:extLst>
        </p:cNvPr>
        <p:cNvGrpSpPr/>
        <p:nvPr/>
      </p:nvGrpSpPr>
      <p:grpSpPr>
        <a:xfrm>
          <a:off x="0" y="0"/>
          <a:ext cx="0" cy="0"/>
          <a:chOff x="0" y="0"/>
          <a:chExt cx="0" cy="0"/>
        </a:xfrm>
      </p:grpSpPr>
      <p:sp>
        <p:nvSpPr>
          <p:cNvPr id="89" name="Google Shape;89;p2">
            <a:extLst>
              <a:ext uri="{FF2B5EF4-FFF2-40B4-BE49-F238E27FC236}">
                <a16:creationId xmlns:a16="http://schemas.microsoft.com/office/drawing/2014/main" id="{62F49D20-18F0-338C-5370-5D2396EC7380}"/>
              </a:ext>
            </a:extLst>
          </p:cNvPr>
          <p:cNvSpPr txBox="1">
            <a:spLocks noGrp="1"/>
          </p:cNvSpPr>
          <p:nvPr>
            <p:ph type="sldNum" idx="12"/>
          </p:nvPr>
        </p:nvSpPr>
        <p:spPr>
          <a:xfrm>
            <a:off x="9931576" y="381000"/>
            <a:ext cx="203024"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8</a:t>
            </a:fld>
            <a:endParaRPr kern="0" dirty="0"/>
          </a:p>
        </p:txBody>
      </p:sp>
      <p:sp>
        <p:nvSpPr>
          <p:cNvPr id="90" name="Google Shape;90;p2">
            <a:extLst>
              <a:ext uri="{FF2B5EF4-FFF2-40B4-BE49-F238E27FC236}">
                <a16:creationId xmlns:a16="http://schemas.microsoft.com/office/drawing/2014/main" id="{3338C89E-25CF-A23E-9DC5-3E6D7C488431}"/>
              </a:ext>
            </a:extLst>
          </p:cNvPr>
          <p:cNvSpPr txBox="1">
            <a:spLocks noGrp="1"/>
          </p:cNvSpPr>
          <p:nvPr>
            <p:ph type="title"/>
          </p:nvPr>
        </p:nvSpPr>
        <p:spPr>
          <a:xfrm>
            <a:off x="2159176" y="381000"/>
            <a:ext cx="7772400" cy="685800"/>
          </a:xfrm>
          <a:prstGeom prst="rect">
            <a:avLst/>
          </a:prstGeom>
          <a:noFill/>
          <a:ln>
            <a:noFill/>
          </a:ln>
        </p:spPr>
        <p:txBody>
          <a:bodyPr spcFirstLastPara="1" wrap="square" lIns="45700" tIns="45700" rIns="45700" bIns="45700" anchor="ctr" anchorCtr="0">
            <a:noAutofit/>
          </a:bodyPr>
          <a:lstStyle/>
          <a:p>
            <a:pPr>
              <a:buSzPts val="3200"/>
            </a:pPr>
            <a:r>
              <a:rPr lang="en-US" sz="4000" dirty="0">
                <a:latin typeface="Times New Roman"/>
                <a:ea typeface="Times New Roman"/>
                <a:cs typeface="Times New Roman"/>
                <a:sym typeface="Times New Roman"/>
              </a:rPr>
              <a:t>Summary</a:t>
            </a:r>
            <a:endParaRPr sz="4000" dirty="0">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D215F53A-B56A-EBEA-0BD4-E7C7D6286C5A}"/>
              </a:ext>
            </a:extLst>
          </p:cNvPr>
          <p:cNvSpPr txBox="1"/>
          <p:nvPr/>
        </p:nvSpPr>
        <p:spPr>
          <a:xfrm>
            <a:off x="1032387" y="1714911"/>
            <a:ext cx="10127226" cy="4154984"/>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Previous research in smart agriculture has implemented a variety of systems including AI-driven crop yield prediction, IoT-based plant disease detection, and RGB or NPK sensors for soil analysis. While these approaches improved specific aspects like disease monitoring or nutrient measurement, most relied on complex AI models, laboratory-based sensors, or high-cost infrastructure, making them unsuitable for small farms. Additionally, many studies focused on controlled environments or single-parameter sensing, lacking real-time integration of multiple field conditions. To address these limitations, the proposed system introduces a low-cost, multi-sensor IoT framework that simultaneously monitors leaf color, soil moisture, and environmental data, providing an automated and practical fertilizer advisory solution for open-field farming.</a:t>
            </a:r>
          </a:p>
        </p:txBody>
      </p:sp>
    </p:spTree>
    <p:extLst>
      <p:ext uri="{BB962C8B-B14F-4D97-AF65-F5344CB8AC3E}">
        <p14:creationId xmlns:p14="http://schemas.microsoft.com/office/powerpoint/2010/main" val="3399925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3" name="Title 2">
            <a:extLst>
              <a:ext uri="{FF2B5EF4-FFF2-40B4-BE49-F238E27FC236}">
                <a16:creationId xmlns:a16="http://schemas.microsoft.com/office/drawing/2014/main" id="{979E853F-819C-ED64-80A6-B52A37B8ED21}"/>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Circuit Diagram</a:t>
            </a:r>
          </a:p>
        </p:txBody>
      </p:sp>
      <p:sp>
        <p:nvSpPr>
          <p:cNvPr id="6" name="Slide Number Placeholder 5">
            <a:extLst>
              <a:ext uri="{FF2B5EF4-FFF2-40B4-BE49-F238E27FC236}">
                <a16:creationId xmlns:a16="http://schemas.microsoft.com/office/drawing/2014/main" id="{A8EB7742-EA07-B5EC-C7D8-5728E9BD2850}"/>
              </a:ext>
            </a:extLst>
          </p:cNvPr>
          <p:cNvSpPr>
            <a:spLocks noGrp="1"/>
          </p:cNvSpPr>
          <p:nvPr>
            <p:ph type="sldNum" idx="12"/>
          </p:nvPr>
        </p:nvSpPr>
        <p:spPr/>
        <p:txBody>
          <a:bodyPr/>
          <a:lstStyle/>
          <a:p>
            <a:fld id="{00000000-1234-1234-1234-123412341234}" type="slidenum">
              <a:rPr lang="en-US" smtClean="0"/>
              <a:pPr/>
              <a:t>9</a:t>
            </a:fld>
            <a:endParaRPr lang="en-US" dirty="0"/>
          </a:p>
        </p:txBody>
      </p:sp>
      <p:pic>
        <p:nvPicPr>
          <p:cNvPr id="2" name="Picture 1">
            <a:extLst>
              <a:ext uri="{FF2B5EF4-FFF2-40B4-BE49-F238E27FC236}">
                <a16:creationId xmlns:a16="http://schemas.microsoft.com/office/drawing/2014/main" id="{C7F2047D-7B11-CD90-C1E4-5B002F5C5D76}"/>
              </a:ext>
            </a:extLst>
          </p:cNvPr>
          <p:cNvPicPr>
            <a:picLocks noChangeAspect="1"/>
          </p:cNvPicPr>
          <p:nvPr/>
        </p:nvPicPr>
        <p:blipFill>
          <a:blip r:embed="rId3"/>
          <a:srcRect t="2530" b="2294"/>
          <a:stretch>
            <a:fillRect/>
          </a:stretch>
        </p:blipFill>
        <p:spPr>
          <a:xfrm>
            <a:off x="3657447" y="1315065"/>
            <a:ext cx="4681430" cy="4800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F8FEF477-38A5-ACDD-423A-9CD2F5EAF7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0B8DD5-A42E-1B55-261F-BD95FC2E89FE}"/>
              </a:ext>
            </a:extLst>
          </p:cNvPr>
          <p:cNvSpPr>
            <a:spLocks noGrp="1"/>
          </p:cNvSpPr>
          <p:nvPr>
            <p:ph type="title"/>
          </p:nvPr>
        </p:nvSpPr>
        <p:spPr/>
        <p:txBody>
          <a:bodyPr/>
          <a:lstStyle/>
          <a:p>
            <a:r>
              <a:rPr lang="en-US" sz="4000" dirty="0">
                <a:latin typeface="Times New Roman" panose="02020603050405020304" pitchFamily="18" charset="0"/>
                <a:cs typeface="Times New Roman" panose="02020603050405020304" pitchFamily="18" charset="0"/>
              </a:rPr>
              <a:t>Component Specifications</a:t>
            </a:r>
            <a:endParaRPr lang="en-IN" sz="40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76EB7062-CD0C-0B70-2013-7F862B71F5A7}"/>
              </a:ext>
            </a:extLst>
          </p:cNvPr>
          <p:cNvSpPr>
            <a:spLocks noGrp="1"/>
          </p:cNvSpPr>
          <p:nvPr>
            <p:ph type="sldNum" idx="12"/>
          </p:nvPr>
        </p:nvSpPr>
        <p:spPr/>
        <p:txBody>
          <a:bodyPr/>
          <a:lstStyle/>
          <a:p>
            <a:fld id="{00000000-1234-1234-1234-123412341234}" type="slidenum">
              <a:rPr lang="en-US" smtClean="0"/>
              <a:pPr/>
              <a:t>10</a:t>
            </a:fld>
            <a:endParaRPr lang="en-US" dirty="0"/>
          </a:p>
        </p:txBody>
      </p:sp>
      <p:graphicFrame>
        <p:nvGraphicFramePr>
          <p:cNvPr id="4" name="Table 3">
            <a:extLst>
              <a:ext uri="{FF2B5EF4-FFF2-40B4-BE49-F238E27FC236}">
                <a16:creationId xmlns:a16="http://schemas.microsoft.com/office/drawing/2014/main" id="{51152758-6286-F672-CD75-F79BCFDB4FEC}"/>
              </a:ext>
            </a:extLst>
          </p:cNvPr>
          <p:cNvGraphicFramePr>
            <a:graphicFrameLocks noGrp="1"/>
          </p:cNvGraphicFramePr>
          <p:nvPr>
            <p:extLst>
              <p:ext uri="{D42A27DB-BD31-4B8C-83A1-F6EECF244321}">
                <p14:modId xmlns:p14="http://schemas.microsoft.com/office/powerpoint/2010/main" val="1847453253"/>
              </p:ext>
            </p:extLst>
          </p:nvPr>
        </p:nvGraphicFramePr>
        <p:xfrm>
          <a:off x="2113934" y="1917289"/>
          <a:ext cx="8160775" cy="3608440"/>
        </p:xfrm>
        <a:graphic>
          <a:graphicData uri="http://schemas.openxmlformats.org/drawingml/2006/table">
            <a:tbl>
              <a:tblPr>
                <a:tableStyleId>{5940675A-B579-460E-94D1-54222C63F5DA}</a:tableStyleId>
              </a:tblPr>
              <a:tblGrid>
                <a:gridCol w="3361620">
                  <a:extLst>
                    <a:ext uri="{9D8B030D-6E8A-4147-A177-3AD203B41FA5}">
                      <a16:colId xmlns:a16="http://schemas.microsoft.com/office/drawing/2014/main" val="1879933108"/>
                    </a:ext>
                  </a:extLst>
                </a:gridCol>
                <a:gridCol w="4799155">
                  <a:extLst>
                    <a:ext uri="{9D8B030D-6E8A-4147-A177-3AD203B41FA5}">
                      <a16:colId xmlns:a16="http://schemas.microsoft.com/office/drawing/2014/main" val="1773685782"/>
                    </a:ext>
                  </a:extLst>
                </a:gridCol>
              </a:tblGrid>
              <a:tr h="451055">
                <a:tc>
                  <a:txBody>
                    <a:bodyPr/>
                    <a:lstStyle/>
                    <a:p>
                      <a:pPr algn="ctr">
                        <a:buNone/>
                      </a:pPr>
                      <a:r>
                        <a:rPr lang="en-IN" sz="1800" b="1" dirty="0">
                          <a:latin typeface="Times New Roman" panose="02020603050405020304" pitchFamily="18" charset="0"/>
                          <a:cs typeface="Times New Roman" panose="02020603050405020304" pitchFamily="18" charset="0"/>
                        </a:rPr>
                        <a:t>Component</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800" b="1">
                          <a:latin typeface="Times New Roman" panose="02020603050405020304" pitchFamily="18" charset="0"/>
                          <a:cs typeface="Times New Roman" panose="02020603050405020304" pitchFamily="18" charset="0"/>
                        </a:rPr>
                        <a:t>Function</a:t>
                      </a:r>
                      <a:endParaRPr lang="en-IN"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28490146"/>
                  </a:ext>
                </a:extLst>
              </a:tr>
              <a:tr h="451055">
                <a:tc>
                  <a:txBody>
                    <a:bodyPr/>
                    <a:lstStyle/>
                    <a:p>
                      <a:pPr algn="ctr">
                        <a:buNone/>
                      </a:pPr>
                      <a:r>
                        <a:rPr lang="en-IN" sz="1800" b="0">
                          <a:latin typeface="Times New Roman" panose="02020603050405020304" pitchFamily="18" charset="0"/>
                          <a:cs typeface="Times New Roman" panose="02020603050405020304" pitchFamily="18" charset="0"/>
                        </a:rPr>
                        <a:t>NodeMCU ESP8266</a:t>
                      </a:r>
                    </a:p>
                  </a:txBody>
                  <a:tcPr anchor="ctr"/>
                </a:tc>
                <a:tc>
                  <a:txBody>
                    <a:bodyPr/>
                    <a:lstStyle/>
                    <a:p>
                      <a:pPr algn="ctr">
                        <a:buNone/>
                      </a:pPr>
                      <a:r>
                        <a:rPr lang="en-IN" sz="1800">
                          <a:latin typeface="Times New Roman" panose="02020603050405020304" pitchFamily="18" charset="0"/>
                          <a:cs typeface="Times New Roman" panose="02020603050405020304" pitchFamily="18" charset="0"/>
                        </a:rPr>
                        <a:t>Central controller, Wi-Fi connectivity</a:t>
                      </a:r>
                    </a:p>
                  </a:txBody>
                  <a:tcPr anchor="ctr"/>
                </a:tc>
                <a:extLst>
                  <a:ext uri="{0D108BD9-81ED-4DB2-BD59-A6C34878D82A}">
                    <a16:rowId xmlns:a16="http://schemas.microsoft.com/office/drawing/2014/main" val="2564103424"/>
                  </a:ext>
                </a:extLst>
              </a:tr>
              <a:tr h="451055">
                <a:tc>
                  <a:txBody>
                    <a:bodyPr/>
                    <a:lstStyle/>
                    <a:p>
                      <a:pPr algn="ctr">
                        <a:buNone/>
                      </a:pPr>
                      <a:r>
                        <a:rPr lang="en-IN" sz="1800" b="0" dirty="0">
                          <a:latin typeface="Times New Roman" panose="02020603050405020304" pitchFamily="18" charset="0"/>
                          <a:cs typeface="Times New Roman" panose="02020603050405020304" pitchFamily="18" charset="0"/>
                        </a:rPr>
                        <a:t>TCS3200 Sensor</a:t>
                      </a:r>
                    </a:p>
                  </a:txBody>
                  <a:tcPr anchor="ctr"/>
                </a:tc>
                <a:tc>
                  <a:txBody>
                    <a:bodyPr/>
                    <a:lstStyle/>
                    <a:p>
                      <a:pPr algn="ctr">
                        <a:buNone/>
                      </a:pPr>
                      <a:r>
                        <a:rPr lang="en-US" sz="1800">
                          <a:latin typeface="Times New Roman" panose="02020603050405020304" pitchFamily="18" charset="0"/>
                          <a:cs typeface="Times New Roman" panose="02020603050405020304" pitchFamily="18" charset="0"/>
                        </a:rPr>
                        <a:t>Measures leaf color to assess nitrogen level</a:t>
                      </a:r>
                    </a:p>
                  </a:txBody>
                  <a:tcPr anchor="ctr"/>
                </a:tc>
                <a:extLst>
                  <a:ext uri="{0D108BD9-81ED-4DB2-BD59-A6C34878D82A}">
                    <a16:rowId xmlns:a16="http://schemas.microsoft.com/office/drawing/2014/main" val="806527285"/>
                  </a:ext>
                </a:extLst>
              </a:tr>
              <a:tr h="451055">
                <a:tc>
                  <a:txBody>
                    <a:bodyPr/>
                    <a:lstStyle/>
                    <a:p>
                      <a:pPr algn="ctr">
                        <a:buNone/>
                      </a:pPr>
                      <a:r>
                        <a:rPr lang="en-IN" sz="1800" b="0" dirty="0">
                          <a:latin typeface="Times New Roman" panose="02020603050405020304" pitchFamily="18" charset="0"/>
                          <a:cs typeface="Times New Roman" panose="02020603050405020304" pitchFamily="18" charset="0"/>
                        </a:rPr>
                        <a:t>DHT11 Sensor</a:t>
                      </a:r>
                    </a:p>
                  </a:txBody>
                  <a:tcPr anchor="ctr"/>
                </a:tc>
                <a:tc>
                  <a:txBody>
                    <a:bodyPr/>
                    <a:lstStyle/>
                    <a:p>
                      <a:pPr algn="ctr">
                        <a:buNone/>
                      </a:pPr>
                      <a:r>
                        <a:rPr lang="en-IN" sz="1800">
                          <a:latin typeface="Times New Roman" panose="02020603050405020304" pitchFamily="18" charset="0"/>
                          <a:cs typeface="Times New Roman" panose="02020603050405020304" pitchFamily="18" charset="0"/>
                        </a:rPr>
                        <a:t>Monitors temperature and humidity</a:t>
                      </a:r>
                    </a:p>
                  </a:txBody>
                  <a:tcPr anchor="ctr"/>
                </a:tc>
                <a:extLst>
                  <a:ext uri="{0D108BD9-81ED-4DB2-BD59-A6C34878D82A}">
                    <a16:rowId xmlns:a16="http://schemas.microsoft.com/office/drawing/2014/main" val="629809969"/>
                  </a:ext>
                </a:extLst>
              </a:tr>
              <a:tr h="451055">
                <a:tc>
                  <a:txBody>
                    <a:bodyPr/>
                    <a:lstStyle/>
                    <a:p>
                      <a:pPr algn="ctr">
                        <a:buNone/>
                      </a:pPr>
                      <a:r>
                        <a:rPr lang="en-IN" sz="1800" b="0">
                          <a:latin typeface="Times New Roman" panose="02020603050405020304" pitchFamily="18" charset="0"/>
                          <a:cs typeface="Times New Roman" panose="02020603050405020304" pitchFamily="18" charset="0"/>
                        </a:rPr>
                        <a:t>Soil Moisture Sensor</a:t>
                      </a:r>
                    </a:p>
                  </a:txBody>
                  <a:tcPr anchor="ctr"/>
                </a:tc>
                <a:tc>
                  <a:txBody>
                    <a:bodyPr/>
                    <a:lstStyle/>
                    <a:p>
                      <a:pPr algn="ctr">
                        <a:buNone/>
                      </a:pPr>
                      <a:r>
                        <a:rPr lang="en-IN" sz="1800">
                          <a:latin typeface="Times New Roman" panose="02020603050405020304" pitchFamily="18" charset="0"/>
                          <a:cs typeface="Times New Roman" panose="02020603050405020304" pitchFamily="18" charset="0"/>
                        </a:rPr>
                        <a:t>Determines soil water content</a:t>
                      </a:r>
                    </a:p>
                  </a:txBody>
                  <a:tcPr anchor="ctr"/>
                </a:tc>
                <a:extLst>
                  <a:ext uri="{0D108BD9-81ED-4DB2-BD59-A6C34878D82A}">
                    <a16:rowId xmlns:a16="http://schemas.microsoft.com/office/drawing/2014/main" val="105038712"/>
                  </a:ext>
                </a:extLst>
              </a:tr>
              <a:tr h="451055">
                <a:tc>
                  <a:txBody>
                    <a:bodyPr/>
                    <a:lstStyle/>
                    <a:p>
                      <a:pPr algn="ctr">
                        <a:buNone/>
                      </a:pPr>
                      <a:r>
                        <a:rPr lang="en-IN" sz="1800" b="0" dirty="0" err="1">
                          <a:latin typeface="Times New Roman" panose="02020603050405020304" pitchFamily="18" charset="0"/>
                          <a:cs typeface="Times New Roman" panose="02020603050405020304" pitchFamily="18" charset="0"/>
                        </a:rPr>
                        <a:t>ThingSpeak</a:t>
                      </a:r>
                      <a:r>
                        <a:rPr lang="en-IN" sz="1800" b="0" dirty="0">
                          <a:latin typeface="Times New Roman" panose="02020603050405020304" pitchFamily="18" charset="0"/>
                          <a:cs typeface="Times New Roman" panose="02020603050405020304" pitchFamily="18" charset="0"/>
                        </a:rPr>
                        <a:t> Cloud</a:t>
                      </a:r>
                    </a:p>
                  </a:txBody>
                  <a:tcPr anchor="ctr"/>
                </a:tc>
                <a:tc>
                  <a:txBody>
                    <a:bodyPr/>
                    <a:lstStyle/>
                    <a:p>
                      <a:pPr algn="ctr">
                        <a:buNone/>
                      </a:pPr>
                      <a:r>
                        <a:rPr lang="en-IN" sz="1800">
                          <a:latin typeface="Times New Roman" panose="02020603050405020304" pitchFamily="18" charset="0"/>
                          <a:cs typeface="Times New Roman" panose="02020603050405020304" pitchFamily="18" charset="0"/>
                        </a:rPr>
                        <a:t>Cloud platform for data visualization</a:t>
                      </a:r>
                    </a:p>
                  </a:txBody>
                  <a:tcPr anchor="ctr"/>
                </a:tc>
                <a:extLst>
                  <a:ext uri="{0D108BD9-81ED-4DB2-BD59-A6C34878D82A}">
                    <a16:rowId xmlns:a16="http://schemas.microsoft.com/office/drawing/2014/main" val="3427953055"/>
                  </a:ext>
                </a:extLst>
              </a:tr>
              <a:tr h="451055">
                <a:tc>
                  <a:txBody>
                    <a:bodyPr/>
                    <a:lstStyle/>
                    <a:p>
                      <a:pPr algn="ctr">
                        <a:buNone/>
                      </a:pPr>
                      <a:r>
                        <a:rPr lang="en-IN" sz="1800" b="0">
                          <a:latin typeface="Times New Roman" panose="02020603050405020304" pitchFamily="18" charset="0"/>
                          <a:cs typeface="Times New Roman" panose="02020603050405020304" pitchFamily="18" charset="0"/>
                        </a:rPr>
                        <a:t>Twilio API</a:t>
                      </a:r>
                    </a:p>
                  </a:txBody>
                  <a:tcPr anchor="ctr"/>
                </a:tc>
                <a:tc>
                  <a:txBody>
                    <a:bodyPr/>
                    <a:lstStyle/>
                    <a:p>
                      <a:pPr algn="ctr">
                        <a:buNone/>
                      </a:pPr>
                      <a:r>
                        <a:rPr lang="en-US" sz="1800">
                          <a:latin typeface="Times New Roman" panose="02020603050405020304" pitchFamily="18" charset="0"/>
                          <a:cs typeface="Times New Roman" panose="02020603050405020304" pitchFamily="18" charset="0"/>
                        </a:rPr>
                        <a:t>Sends SMS alerts to the farmer</a:t>
                      </a:r>
                    </a:p>
                  </a:txBody>
                  <a:tcPr anchor="ctr"/>
                </a:tc>
                <a:extLst>
                  <a:ext uri="{0D108BD9-81ED-4DB2-BD59-A6C34878D82A}">
                    <a16:rowId xmlns:a16="http://schemas.microsoft.com/office/drawing/2014/main" val="4179205400"/>
                  </a:ext>
                </a:extLst>
              </a:tr>
              <a:tr h="451055">
                <a:tc>
                  <a:txBody>
                    <a:bodyPr/>
                    <a:lstStyle/>
                    <a:p>
                      <a:pPr algn="ctr">
                        <a:buNone/>
                      </a:pPr>
                      <a:r>
                        <a:rPr lang="en-IN" sz="1800" b="0" dirty="0">
                          <a:latin typeface="Times New Roman" panose="02020603050405020304" pitchFamily="18" charset="0"/>
                          <a:cs typeface="Times New Roman" panose="02020603050405020304" pitchFamily="18" charset="0"/>
                        </a:rPr>
                        <a:t>Gmail SMTP</a:t>
                      </a:r>
                    </a:p>
                  </a:txBody>
                  <a:tcPr anchor="ctr"/>
                </a:tc>
                <a:tc>
                  <a:txBody>
                    <a:bodyPr/>
                    <a:lstStyle/>
                    <a:p>
                      <a:pPr algn="ctr">
                        <a:buNone/>
                      </a:pPr>
                      <a:r>
                        <a:rPr lang="en-IN" sz="1800" dirty="0">
                          <a:latin typeface="Times New Roman" panose="02020603050405020304" pitchFamily="18" charset="0"/>
                          <a:cs typeface="Times New Roman" panose="02020603050405020304" pitchFamily="18" charset="0"/>
                        </a:rPr>
                        <a:t>Sends detailed advisory emails</a:t>
                      </a:r>
                    </a:p>
                  </a:txBody>
                  <a:tcPr anchor="ctr"/>
                </a:tc>
                <a:extLst>
                  <a:ext uri="{0D108BD9-81ED-4DB2-BD59-A6C34878D82A}">
                    <a16:rowId xmlns:a16="http://schemas.microsoft.com/office/drawing/2014/main" val="932111663"/>
                  </a:ext>
                </a:extLst>
              </a:tr>
            </a:tbl>
          </a:graphicData>
        </a:graphic>
      </p:graphicFrame>
    </p:spTree>
    <p:extLst>
      <p:ext uri="{BB962C8B-B14F-4D97-AF65-F5344CB8AC3E}">
        <p14:creationId xmlns:p14="http://schemas.microsoft.com/office/powerpoint/2010/main" val="1401545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079F5D3D-F16B-EECF-9327-97072BBF921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64C6BB-86DE-B8CF-F3FF-7144DB6F9728}"/>
              </a:ext>
            </a:extLst>
          </p:cNvPr>
          <p:cNvSpPr>
            <a:spLocks noGrp="1"/>
          </p:cNvSpPr>
          <p:nvPr>
            <p:ph type="title"/>
          </p:nvPr>
        </p:nvSpPr>
        <p:spPr/>
        <p:txBody>
          <a:bodyPr/>
          <a:lstStyle/>
          <a:p>
            <a:r>
              <a:rPr lang="en-US" sz="4000" dirty="0">
                <a:latin typeface="Times New Roman" panose="02020603050405020304" pitchFamily="18" charset="0"/>
                <a:cs typeface="Times New Roman" panose="02020603050405020304" pitchFamily="18" charset="0"/>
              </a:rPr>
              <a:t>Flow Diagram</a:t>
            </a:r>
            <a:endParaRPr lang="en-IN" sz="4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7798240-1152-6E09-1EC0-EC8E6C025642}"/>
              </a:ext>
            </a:extLst>
          </p:cNvPr>
          <p:cNvPicPr>
            <a:picLocks noChangeAspect="1"/>
          </p:cNvPicPr>
          <p:nvPr/>
        </p:nvPicPr>
        <p:blipFill>
          <a:blip r:embed="rId3">
            <a:extLst>
              <a:ext uri="{28A0092B-C50C-407E-A947-70E740481C1C}">
                <a14:useLocalDpi xmlns:a14="http://schemas.microsoft.com/office/drawing/2010/main" val="0"/>
              </a:ext>
            </a:extLst>
          </a:blip>
          <a:srcRect t="-1" r="5503" b="-461"/>
          <a:stretch>
            <a:fillRect/>
          </a:stretch>
        </p:blipFill>
        <p:spPr>
          <a:xfrm>
            <a:off x="732108" y="1747569"/>
            <a:ext cx="10727783" cy="3964973"/>
          </a:xfrm>
          <a:prstGeom prst="rect">
            <a:avLst/>
          </a:prstGeom>
        </p:spPr>
      </p:pic>
    </p:spTree>
    <p:extLst>
      <p:ext uri="{BB962C8B-B14F-4D97-AF65-F5344CB8AC3E}">
        <p14:creationId xmlns:p14="http://schemas.microsoft.com/office/powerpoint/2010/main" val="207605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46C8A1C-F982-C89C-206C-979055ECF9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D03749-2DE0-67A9-8824-72B378DDB66C}"/>
              </a:ext>
            </a:extLst>
          </p:cNvPr>
          <p:cNvSpPr>
            <a:spLocks noGrp="1"/>
          </p:cNvSpPr>
          <p:nvPr>
            <p:ph type="title"/>
          </p:nvPr>
        </p:nvSpPr>
        <p:spPr>
          <a:xfrm>
            <a:off x="678426" y="298551"/>
            <a:ext cx="10972800" cy="950145"/>
          </a:xfrm>
        </p:spPr>
        <p:txBody>
          <a:bodyPr/>
          <a:lstStyle/>
          <a:p>
            <a:r>
              <a:rPr lang="en-IN" sz="4000" dirty="0">
                <a:latin typeface="Times New Roman" panose="02020603050405020304" pitchFamily="18" charset="0"/>
                <a:cs typeface="Times New Roman" panose="02020603050405020304" pitchFamily="18" charset="0"/>
              </a:rPr>
              <a:t>Working Principle</a:t>
            </a:r>
          </a:p>
        </p:txBody>
      </p:sp>
      <p:sp>
        <p:nvSpPr>
          <p:cNvPr id="2" name="TextBox 1">
            <a:extLst>
              <a:ext uri="{FF2B5EF4-FFF2-40B4-BE49-F238E27FC236}">
                <a16:creationId xmlns:a16="http://schemas.microsoft.com/office/drawing/2014/main" id="{0BB23F49-2A4A-8C53-016D-A0945B92171B}"/>
              </a:ext>
            </a:extLst>
          </p:cNvPr>
          <p:cNvSpPr txBox="1"/>
          <p:nvPr/>
        </p:nvSpPr>
        <p:spPr>
          <a:xfrm>
            <a:off x="1061884" y="1248696"/>
            <a:ext cx="9920748" cy="488172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system uses multiple sensors to collect real-time agricultural data:</a:t>
            </a:r>
            <a:endParaRPr lang="en-IN" sz="2100" dirty="0">
              <a:latin typeface="Times New Roman" panose="02020603050405020304" pitchFamily="18" charset="0"/>
              <a:cs typeface="Times New Roman" panose="02020603050405020304" pitchFamily="18" charset="0"/>
            </a:endParaRPr>
          </a:p>
          <a:p>
            <a:pPr marL="800100" lvl="1" indent="-342900" algn="just">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Leaf </a:t>
            </a:r>
            <a:r>
              <a:rPr lang="en-IN" sz="2100" dirty="0" err="1">
                <a:latin typeface="Times New Roman" panose="02020603050405020304" pitchFamily="18" charset="0"/>
                <a:cs typeface="Times New Roman" panose="02020603050405020304" pitchFamily="18" charset="0"/>
              </a:rPr>
              <a:t>color</a:t>
            </a:r>
            <a:r>
              <a:rPr lang="en-IN" sz="2100" dirty="0">
                <a:latin typeface="Times New Roman" panose="02020603050405020304" pitchFamily="18" charset="0"/>
                <a:cs typeface="Times New Roman" panose="02020603050405020304" pitchFamily="18" charset="0"/>
              </a:rPr>
              <a:t> (TCS3200) → Nitrogen level</a:t>
            </a:r>
          </a:p>
          <a:p>
            <a:pPr marL="800100" lvl="1" indent="-342900" algn="just">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Soil moisture sensor → Water condition</a:t>
            </a:r>
          </a:p>
          <a:p>
            <a:pPr marL="800100" lvl="1" indent="-342900" algn="just">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DHT11 → Weather condition</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a:t>
            </a:r>
            <a:r>
              <a:rPr lang="en-US" sz="2100" dirty="0" err="1">
                <a:latin typeface="Times New Roman" panose="02020603050405020304" pitchFamily="18" charset="0"/>
                <a:cs typeface="Times New Roman" panose="02020603050405020304" pitchFamily="18" charset="0"/>
              </a:rPr>
              <a:t>NodeMCU</a:t>
            </a:r>
            <a:r>
              <a:rPr lang="en-US" sz="2100" dirty="0">
                <a:latin typeface="Times New Roman" panose="02020603050405020304" pitchFamily="18" charset="0"/>
                <a:cs typeface="Times New Roman" panose="02020603050405020304" pitchFamily="18" charset="0"/>
              </a:rPr>
              <a:t> ESP8266 processes the data and compares it with preset crop-specific thresholds.</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Based on the comparison, a fertilizer advisory message is generated.</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message is displayed, uploaded to </a:t>
            </a:r>
            <a:r>
              <a:rPr lang="en-US" sz="2100" dirty="0" err="1">
                <a:latin typeface="Times New Roman" panose="02020603050405020304" pitchFamily="18" charset="0"/>
                <a:cs typeface="Times New Roman" panose="02020603050405020304" pitchFamily="18" charset="0"/>
              </a:rPr>
              <a:t>ThingSpeak</a:t>
            </a:r>
            <a:r>
              <a:rPr lang="en-US" sz="2100" dirty="0">
                <a:latin typeface="Times New Roman" panose="02020603050405020304" pitchFamily="18" charset="0"/>
                <a:cs typeface="Times New Roman" panose="02020603050405020304" pitchFamily="18" charset="0"/>
              </a:rPr>
              <a:t>, and alerts are sent to the farmer via SMS (Twilio) and Email (Gmail SMTP) if action is required.</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process repeats automatically every 60 seconds for continuous monitoring.</a:t>
            </a:r>
          </a:p>
        </p:txBody>
      </p:sp>
      <p:sp>
        <p:nvSpPr>
          <p:cNvPr id="4" name="Slide Number Placeholder 3">
            <a:extLst>
              <a:ext uri="{FF2B5EF4-FFF2-40B4-BE49-F238E27FC236}">
                <a16:creationId xmlns:a16="http://schemas.microsoft.com/office/drawing/2014/main" id="{634BB313-2C7B-D0C3-2CC0-61B1C5CD3672}"/>
              </a:ext>
            </a:extLst>
          </p:cNvPr>
          <p:cNvSpPr>
            <a:spLocks noGrp="1"/>
          </p:cNvSpPr>
          <p:nvPr>
            <p:ph type="sldNum" idx="12"/>
          </p:nvPr>
        </p:nvSpPr>
        <p:spPr/>
        <p:txBody>
          <a:bodyPr/>
          <a:lstStyle/>
          <a:p>
            <a:fld id="{00000000-1234-1234-1234-123412341234}" type="slidenum">
              <a:rPr lang="en-US" smtClean="0"/>
              <a:pPr/>
              <a:t>12</a:t>
            </a:fld>
            <a:endParaRPr lang="en-US" dirty="0"/>
          </a:p>
        </p:txBody>
      </p:sp>
    </p:spTree>
    <p:extLst>
      <p:ext uri="{BB962C8B-B14F-4D97-AF65-F5344CB8AC3E}">
        <p14:creationId xmlns:p14="http://schemas.microsoft.com/office/powerpoint/2010/main" val="3371406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99328562-A2ED-CC63-393E-DA9FED58E9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0EC6BE3-DE2A-1029-07E6-975972B30610}"/>
              </a:ext>
            </a:extLst>
          </p:cNvPr>
          <p:cNvSpPr>
            <a:spLocks noGrp="1"/>
          </p:cNvSpPr>
          <p:nvPr>
            <p:ph type="title"/>
          </p:nvPr>
        </p:nvSpPr>
        <p:spPr>
          <a:xfrm>
            <a:off x="678426" y="298551"/>
            <a:ext cx="10972800" cy="950145"/>
          </a:xfrm>
        </p:spPr>
        <p:txBody>
          <a:bodyPr/>
          <a:lstStyle/>
          <a:p>
            <a:r>
              <a:rPr lang="en-IN" sz="4000" dirty="0">
                <a:latin typeface="Times New Roman" panose="02020603050405020304" pitchFamily="18" charset="0"/>
                <a:cs typeface="Times New Roman" panose="02020603050405020304" pitchFamily="18" charset="0"/>
              </a:rPr>
              <a:t>Working Principle</a:t>
            </a:r>
          </a:p>
        </p:txBody>
      </p:sp>
      <p:sp>
        <p:nvSpPr>
          <p:cNvPr id="2" name="TextBox 1">
            <a:extLst>
              <a:ext uri="{FF2B5EF4-FFF2-40B4-BE49-F238E27FC236}">
                <a16:creationId xmlns:a16="http://schemas.microsoft.com/office/drawing/2014/main" id="{B4DD6FE7-C74C-9CE0-C4CC-DDD1E1035B75}"/>
              </a:ext>
            </a:extLst>
          </p:cNvPr>
          <p:cNvSpPr txBox="1"/>
          <p:nvPr/>
        </p:nvSpPr>
        <p:spPr>
          <a:xfrm>
            <a:off x="875071" y="1445342"/>
            <a:ext cx="9920748" cy="661207"/>
          </a:xfrm>
          <a:prstGeom prst="rect">
            <a:avLst/>
          </a:prstGeom>
          <a:noFill/>
        </p:spPr>
        <p:txBody>
          <a:bodyPr wrap="square" rtlCol="0">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Decision Logic:</a:t>
            </a:r>
          </a:p>
        </p:txBody>
      </p:sp>
      <p:graphicFrame>
        <p:nvGraphicFramePr>
          <p:cNvPr id="4" name="Table 3">
            <a:extLst>
              <a:ext uri="{FF2B5EF4-FFF2-40B4-BE49-F238E27FC236}">
                <a16:creationId xmlns:a16="http://schemas.microsoft.com/office/drawing/2014/main" id="{957E7116-D6F1-A8F7-D349-28F841710741}"/>
              </a:ext>
            </a:extLst>
          </p:cNvPr>
          <p:cNvGraphicFramePr>
            <a:graphicFrameLocks noGrp="1"/>
          </p:cNvGraphicFramePr>
          <p:nvPr>
            <p:extLst>
              <p:ext uri="{D42A27DB-BD31-4B8C-83A1-F6EECF244321}">
                <p14:modId xmlns:p14="http://schemas.microsoft.com/office/powerpoint/2010/main" val="2927636772"/>
              </p:ext>
            </p:extLst>
          </p:nvPr>
        </p:nvGraphicFramePr>
        <p:xfrm>
          <a:off x="2340077" y="2509672"/>
          <a:ext cx="7511845" cy="2828741"/>
        </p:xfrm>
        <a:graphic>
          <a:graphicData uri="http://schemas.openxmlformats.org/drawingml/2006/table">
            <a:tbl>
              <a:tblPr>
                <a:tableStyleId>{69CF1AB2-1976-4502-BF36-3FF5EA218861}</a:tableStyleId>
              </a:tblPr>
              <a:tblGrid>
                <a:gridCol w="4000982">
                  <a:extLst>
                    <a:ext uri="{9D8B030D-6E8A-4147-A177-3AD203B41FA5}">
                      <a16:colId xmlns:a16="http://schemas.microsoft.com/office/drawing/2014/main" val="3929533313"/>
                    </a:ext>
                  </a:extLst>
                </a:gridCol>
                <a:gridCol w="3510863">
                  <a:extLst>
                    <a:ext uri="{9D8B030D-6E8A-4147-A177-3AD203B41FA5}">
                      <a16:colId xmlns:a16="http://schemas.microsoft.com/office/drawing/2014/main" val="4294758282"/>
                    </a:ext>
                  </a:extLst>
                </a:gridCol>
              </a:tblGrid>
              <a:tr h="487714">
                <a:tc>
                  <a:txBody>
                    <a:bodyPr/>
                    <a:lstStyle/>
                    <a:p>
                      <a:pPr algn="ctr">
                        <a:buNone/>
                      </a:pPr>
                      <a:r>
                        <a:rPr lang="en-IN" sz="2400" b="1" dirty="0">
                          <a:latin typeface="Times New Roman" panose="02020603050405020304" pitchFamily="18" charset="0"/>
                          <a:cs typeface="Times New Roman" panose="02020603050405020304" pitchFamily="18" charset="0"/>
                        </a:rPr>
                        <a:t>Condition</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Action</a:t>
                      </a:r>
                    </a:p>
                  </a:txBody>
                  <a:tcPr anchor="ctr"/>
                </a:tc>
                <a:extLst>
                  <a:ext uri="{0D108BD9-81ED-4DB2-BD59-A6C34878D82A}">
                    <a16:rowId xmlns:a16="http://schemas.microsoft.com/office/drawing/2014/main" val="4059834489"/>
                  </a:ext>
                </a:extLst>
              </a:tr>
              <a:tr h="487714">
                <a:tc>
                  <a:txBody>
                    <a:bodyPr/>
                    <a:lstStyle/>
                    <a:p>
                      <a:pPr algn="ctr">
                        <a:buNone/>
                      </a:pPr>
                      <a:r>
                        <a:rPr lang="en-IN" sz="2400" dirty="0">
                          <a:latin typeface="Times New Roman" panose="02020603050405020304" pitchFamily="18" charset="0"/>
                          <a:cs typeface="Times New Roman" panose="02020603050405020304" pitchFamily="18" charset="0"/>
                        </a:rPr>
                        <a:t>Low nitrogen + moist soil</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Apply Urea now</a:t>
                      </a:r>
                    </a:p>
                  </a:txBody>
                  <a:tcPr anchor="ctr"/>
                </a:tc>
                <a:extLst>
                  <a:ext uri="{0D108BD9-81ED-4DB2-BD59-A6C34878D82A}">
                    <a16:rowId xmlns:a16="http://schemas.microsoft.com/office/drawing/2014/main" val="3698489685"/>
                  </a:ext>
                </a:extLst>
              </a:tr>
              <a:tr h="487714">
                <a:tc>
                  <a:txBody>
                    <a:bodyPr/>
                    <a:lstStyle/>
                    <a:p>
                      <a:pPr algn="ctr">
                        <a:buNone/>
                      </a:pPr>
                      <a:r>
                        <a:rPr lang="en-IN" sz="2400" dirty="0">
                          <a:latin typeface="Times New Roman" panose="02020603050405020304" pitchFamily="18" charset="0"/>
                          <a:cs typeface="Times New Roman" panose="02020603050405020304" pitchFamily="18" charset="0"/>
                        </a:rPr>
                        <a:t>Low nitrogen + dry soil</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Irrigate first, then fertilize</a:t>
                      </a:r>
                    </a:p>
                  </a:txBody>
                  <a:tcPr anchor="ctr"/>
                </a:tc>
                <a:extLst>
                  <a:ext uri="{0D108BD9-81ED-4DB2-BD59-A6C34878D82A}">
                    <a16:rowId xmlns:a16="http://schemas.microsoft.com/office/drawing/2014/main" val="3834481576"/>
                  </a:ext>
                </a:extLst>
              </a:tr>
              <a:tr h="877885">
                <a:tc>
                  <a:txBody>
                    <a:bodyPr/>
                    <a:lstStyle/>
                    <a:p>
                      <a:pPr algn="ctr">
                        <a:buNone/>
                      </a:pPr>
                      <a:r>
                        <a:rPr lang="en-US" sz="2400">
                          <a:latin typeface="Times New Roman" panose="02020603050405020304" pitchFamily="18" charset="0"/>
                          <a:cs typeface="Times New Roman" panose="02020603050405020304" pitchFamily="18" charset="0"/>
                        </a:rPr>
                        <a:t>High temperature or low humidity</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Delay fertilizer application</a:t>
                      </a:r>
                    </a:p>
                  </a:txBody>
                  <a:tcPr anchor="ctr"/>
                </a:tc>
                <a:extLst>
                  <a:ext uri="{0D108BD9-81ED-4DB2-BD59-A6C34878D82A}">
                    <a16:rowId xmlns:a16="http://schemas.microsoft.com/office/drawing/2014/main" val="2561007716"/>
                  </a:ext>
                </a:extLst>
              </a:tr>
              <a:tr h="487714">
                <a:tc>
                  <a:txBody>
                    <a:bodyPr/>
                    <a:lstStyle/>
                    <a:p>
                      <a:pPr algn="ctr">
                        <a:buNone/>
                      </a:pPr>
                      <a:r>
                        <a:rPr lang="en-IN" sz="2400">
                          <a:latin typeface="Times New Roman" panose="02020603050405020304" pitchFamily="18" charset="0"/>
                          <a:cs typeface="Times New Roman" panose="02020603050405020304" pitchFamily="18" charset="0"/>
                        </a:rPr>
                        <a:t>Nitrogen sufficient</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No fertilizer needed</a:t>
                      </a:r>
                    </a:p>
                  </a:txBody>
                  <a:tcPr anchor="ctr"/>
                </a:tc>
                <a:extLst>
                  <a:ext uri="{0D108BD9-81ED-4DB2-BD59-A6C34878D82A}">
                    <a16:rowId xmlns:a16="http://schemas.microsoft.com/office/drawing/2014/main" val="2511485207"/>
                  </a:ext>
                </a:extLst>
              </a:tr>
            </a:tbl>
          </a:graphicData>
        </a:graphic>
      </p:graphicFrame>
      <p:sp>
        <p:nvSpPr>
          <p:cNvPr id="5" name="Slide Number Placeholder 4">
            <a:extLst>
              <a:ext uri="{FF2B5EF4-FFF2-40B4-BE49-F238E27FC236}">
                <a16:creationId xmlns:a16="http://schemas.microsoft.com/office/drawing/2014/main" id="{174C072D-4EAC-F6B2-BE7C-EF8B6D8EABD0}"/>
              </a:ext>
            </a:extLst>
          </p:cNvPr>
          <p:cNvSpPr>
            <a:spLocks noGrp="1"/>
          </p:cNvSpPr>
          <p:nvPr>
            <p:ph type="sldNum" idx="12"/>
          </p:nvPr>
        </p:nvSpPr>
        <p:spPr/>
        <p:txBody>
          <a:bodyPr/>
          <a:lstStyle/>
          <a:p>
            <a:fld id="{00000000-1234-1234-1234-123412341234}" type="slidenum">
              <a:rPr lang="en-US" smtClean="0"/>
              <a:pPr/>
              <a:t>13</a:t>
            </a:fld>
            <a:endParaRPr lang="en-US" dirty="0"/>
          </a:p>
        </p:txBody>
      </p:sp>
    </p:spTree>
    <p:extLst>
      <p:ext uri="{BB962C8B-B14F-4D97-AF65-F5344CB8AC3E}">
        <p14:creationId xmlns:p14="http://schemas.microsoft.com/office/powerpoint/2010/main" val="95777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0FC8658-88D8-7477-4DC5-F3E09664294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074CB0D-8765-91B6-A441-B5FA11F89A80}"/>
              </a:ext>
            </a:extLst>
          </p:cNvPr>
          <p:cNvSpPr>
            <a:spLocks noGrp="1"/>
          </p:cNvSpPr>
          <p:nvPr>
            <p:ph type="title"/>
          </p:nvPr>
        </p:nvSpPr>
        <p:spPr>
          <a:xfrm>
            <a:off x="678426" y="298551"/>
            <a:ext cx="10972800" cy="950145"/>
          </a:xfrm>
        </p:spPr>
        <p:txBody>
          <a:bodyPr/>
          <a:lstStyle/>
          <a:p>
            <a:r>
              <a:rPr lang="en-IN" sz="4000" dirty="0">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8C097C5C-1061-2F5A-D834-E1BC1B195068}"/>
              </a:ext>
            </a:extLst>
          </p:cNvPr>
          <p:cNvSpPr txBox="1"/>
          <p:nvPr/>
        </p:nvSpPr>
        <p:spPr>
          <a:xfrm>
            <a:off x="1157509" y="1331145"/>
            <a:ext cx="9920748" cy="4602029"/>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Hardware Setup:</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system is built around the </a:t>
            </a:r>
            <a:r>
              <a:rPr lang="en-IN" sz="2200" dirty="0" err="1">
                <a:latin typeface="Times New Roman" panose="02020603050405020304" pitchFamily="18" charset="0"/>
                <a:cs typeface="Times New Roman" panose="02020603050405020304" pitchFamily="18" charset="0"/>
              </a:rPr>
              <a:t>NodeMCU</a:t>
            </a:r>
            <a:r>
              <a:rPr lang="en-IN" sz="2200" dirty="0">
                <a:latin typeface="Times New Roman" panose="02020603050405020304" pitchFamily="18" charset="0"/>
                <a:cs typeface="Times New Roman" panose="02020603050405020304" pitchFamily="18" charset="0"/>
              </a:rPr>
              <a:t> ESP8266, which integrates Wi-Fi connectivity and acts as the control unit.</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TCS3200 </a:t>
            </a:r>
            <a:r>
              <a:rPr lang="en-IN" sz="2200" dirty="0" err="1">
                <a:latin typeface="Times New Roman" panose="02020603050405020304" pitchFamily="18" charset="0"/>
                <a:cs typeface="Times New Roman" panose="02020603050405020304" pitchFamily="18" charset="0"/>
              </a:rPr>
              <a:t>color</a:t>
            </a:r>
            <a:r>
              <a:rPr lang="en-IN" sz="2200" dirty="0">
                <a:latin typeface="Times New Roman" panose="02020603050405020304" pitchFamily="18" charset="0"/>
                <a:cs typeface="Times New Roman" panose="02020603050405020304" pitchFamily="18" charset="0"/>
              </a:rPr>
              <a:t> sensor detects the leaf </a:t>
            </a:r>
            <a:r>
              <a:rPr lang="en-IN" sz="2200" dirty="0" err="1">
                <a:latin typeface="Times New Roman" panose="02020603050405020304" pitchFamily="18" charset="0"/>
                <a:cs typeface="Times New Roman" panose="02020603050405020304" pitchFamily="18" charset="0"/>
              </a:rPr>
              <a:t>color</a:t>
            </a:r>
            <a:r>
              <a:rPr lang="en-IN" sz="2200" dirty="0">
                <a:latin typeface="Times New Roman" panose="02020603050405020304" pitchFamily="18" charset="0"/>
                <a:cs typeface="Times New Roman" panose="02020603050405020304" pitchFamily="18" charset="0"/>
              </a:rPr>
              <a:t> to estimate the nitrogen content.</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Soil moisture sensor measures soil water levels, and DHT11 sensor monitors ambient temperature and humidity.</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All sensors are interfaced with the </a:t>
            </a:r>
            <a:r>
              <a:rPr lang="en-IN" sz="2200" dirty="0" err="1">
                <a:latin typeface="Times New Roman" panose="02020603050405020304" pitchFamily="18" charset="0"/>
                <a:cs typeface="Times New Roman" panose="02020603050405020304" pitchFamily="18" charset="0"/>
              </a:rPr>
              <a:t>NodeMCU</a:t>
            </a:r>
            <a:r>
              <a:rPr lang="en-IN" sz="2200" dirty="0">
                <a:latin typeface="Times New Roman" panose="02020603050405020304" pitchFamily="18" charset="0"/>
                <a:cs typeface="Times New Roman" panose="02020603050405020304" pitchFamily="18" charset="0"/>
              </a:rPr>
              <a:t> using </a:t>
            </a:r>
            <a:r>
              <a:rPr lang="en-IN" sz="2200" dirty="0" err="1">
                <a:latin typeface="Times New Roman" panose="02020603050405020304" pitchFamily="18" charset="0"/>
                <a:cs typeface="Times New Roman" panose="02020603050405020304" pitchFamily="18" charset="0"/>
              </a:rPr>
              <a:t>analog</a:t>
            </a:r>
            <a:r>
              <a:rPr lang="en-IN" sz="2200" dirty="0">
                <a:latin typeface="Times New Roman" panose="02020603050405020304" pitchFamily="18" charset="0"/>
                <a:cs typeface="Times New Roman" panose="02020603050405020304" pitchFamily="18" charset="0"/>
              </a:rPr>
              <a:t> and digital pins on a compact breadboard setup.</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Power is supplied via a 5V adapter, ensuring stable operation in field environments.</a:t>
            </a:r>
          </a:p>
        </p:txBody>
      </p:sp>
      <p:sp>
        <p:nvSpPr>
          <p:cNvPr id="4" name="Slide Number Placeholder 3">
            <a:extLst>
              <a:ext uri="{FF2B5EF4-FFF2-40B4-BE49-F238E27FC236}">
                <a16:creationId xmlns:a16="http://schemas.microsoft.com/office/drawing/2014/main" id="{8B5A646A-18B5-927D-263E-773024113BED}"/>
              </a:ext>
            </a:extLst>
          </p:cNvPr>
          <p:cNvSpPr>
            <a:spLocks noGrp="1"/>
          </p:cNvSpPr>
          <p:nvPr>
            <p:ph type="sldNum" idx="12"/>
          </p:nvPr>
        </p:nvSpPr>
        <p:spPr/>
        <p:txBody>
          <a:bodyPr/>
          <a:lstStyle/>
          <a:p>
            <a:fld id="{00000000-1234-1234-1234-123412341234}" type="slidenum">
              <a:rPr lang="en-US" smtClean="0"/>
              <a:pPr/>
              <a:t>14</a:t>
            </a:fld>
            <a:endParaRPr lang="en-US" dirty="0"/>
          </a:p>
        </p:txBody>
      </p:sp>
    </p:spTree>
    <p:extLst>
      <p:ext uri="{BB962C8B-B14F-4D97-AF65-F5344CB8AC3E}">
        <p14:creationId xmlns:p14="http://schemas.microsoft.com/office/powerpoint/2010/main" val="3018187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6555FE00-E7CC-91FC-FF64-AC9AE41973F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B45782-A832-65E9-F657-545C9D4656A8}"/>
              </a:ext>
            </a:extLst>
          </p:cNvPr>
          <p:cNvSpPr>
            <a:spLocks noGrp="1"/>
          </p:cNvSpPr>
          <p:nvPr>
            <p:ph type="title"/>
          </p:nvPr>
        </p:nvSpPr>
        <p:spPr>
          <a:xfrm>
            <a:off x="678426" y="298551"/>
            <a:ext cx="10972800" cy="950145"/>
          </a:xfrm>
        </p:spPr>
        <p:txBody>
          <a:bodyPr/>
          <a:lstStyle/>
          <a:p>
            <a:r>
              <a:rPr lang="en-IN" sz="4000" dirty="0">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2DE79119-008C-A519-C652-A40A5C22E474}"/>
              </a:ext>
            </a:extLst>
          </p:cNvPr>
          <p:cNvSpPr txBox="1"/>
          <p:nvPr/>
        </p:nvSpPr>
        <p:spPr>
          <a:xfrm>
            <a:off x="1157509" y="1331145"/>
            <a:ext cx="9920748" cy="4602029"/>
          </a:xfrm>
          <a:prstGeom prst="rect">
            <a:avLst/>
          </a:prstGeom>
          <a:noFill/>
        </p:spPr>
        <p:txBody>
          <a:bodyPr wrap="square" rtlCol="0">
            <a:spAutoFit/>
          </a:bodyPr>
          <a:lstStyle/>
          <a:p>
            <a:pPr algn="just">
              <a:lnSpc>
                <a:spcPct val="150000"/>
              </a:lnSpc>
            </a:pPr>
            <a:r>
              <a:rPr lang="en-US" sz="2200" b="1" dirty="0">
                <a:latin typeface="Times New Roman" panose="02020603050405020304" pitchFamily="18" charset="0"/>
                <a:cs typeface="Times New Roman" panose="02020603050405020304" pitchFamily="18" charset="0"/>
              </a:rPr>
              <a:t>Software &amp; Cloud Integration:</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microcontroller is programmed using Arduino IDE, with libraries for Wi-Fi, DHT, and </a:t>
            </a:r>
            <a:r>
              <a:rPr lang="en-US" sz="2200" dirty="0" err="1">
                <a:latin typeface="Times New Roman" panose="02020603050405020304" pitchFamily="18" charset="0"/>
                <a:cs typeface="Times New Roman" panose="02020603050405020304" pitchFamily="18" charset="0"/>
              </a:rPr>
              <a:t>ThingSpeak</a:t>
            </a:r>
            <a:r>
              <a:rPr lang="en-US" sz="2200" dirty="0">
                <a:latin typeface="Times New Roman" panose="02020603050405020304" pitchFamily="18" charset="0"/>
                <a:cs typeface="Times New Roman" panose="02020603050405020304" pitchFamily="18" charset="0"/>
              </a:rPr>
              <a:t> integration.</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Sensor data is processed locally and sent to the </a:t>
            </a:r>
            <a:r>
              <a:rPr lang="en-US" sz="2200" dirty="0" err="1">
                <a:latin typeface="Times New Roman" panose="02020603050405020304" pitchFamily="18" charset="0"/>
                <a:cs typeface="Times New Roman" panose="02020603050405020304" pitchFamily="18" charset="0"/>
              </a:rPr>
              <a:t>ThingSpeak</a:t>
            </a:r>
            <a:r>
              <a:rPr lang="en-US" sz="2200" dirty="0">
                <a:latin typeface="Times New Roman" panose="02020603050405020304" pitchFamily="18" charset="0"/>
                <a:cs typeface="Times New Roman" panose="02020603050405020304" pitchFamily="18" charset="0"/>
              </a:rPr>
              <a:t> Cloud every 60 seconds for logging and graphical visualization.</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Twilio API is used for sending SMS alerts, and Gmail SMTP handles email notifications to the farmer.</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All logic (fertilizer decision, irrigation alert, weather stress detection) is embedded in the firmware for fully automated operation without manual input</a:t>
            </a:r>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4BE8AC-FFD8-E442-92CB-CA07C27F5C80}"/>
              </a:ext>
            </a:extLst>
          </p:cNvPr>
          <p:cNvSpPr>
            <a:spLocks noGrp="1"/>
          </p:cNvSpPr>
          <p:nvPr>
            <p:ph type="sldNum" idx="12"/>
          </p:nvPr>
        </p:nvSpPr>
        <p:spPr/>
        <p:txBody>
          <a:bodyPr/>
          <a:lstStyle/>
          <a:p>
            <a:fld id="{00000000-1234-1234-1234-123412341234}" type="slidenum">
              <a:rPr lang="en-US" smtClean="0"/>
              <a:pPr/>
              <a:t>15</a:t>
            </a:fld>
            <a:endParaRPr lang="en-US" dirty="0"/>
          </a:p>
        </p:txBody>
      </p:sp>
    </p:spTree>
    <p:extLst>
      <p:ext uri="{BB962C8B-B14F-4D97-AF65-F5344CB8AC3E}">
        <p14:creationId xmlns:p14="http://schemas.microsoft.com/office/powerpoint/2010/main" val="2225356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0FCA394F-AC98-A863-F8A0-3D190548D7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2BCE070-3D42-DDE7-1F2F-EFF6CFDCD34C}"/>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Results</a:t>
            </a:r>
          </a:p>
        </p:txBody>
      </p:sp>
      <p:sp>
        <p:nvSpPr>
          <p:cNvPr id="6" name="Slide Number Placeholder 5">
            <a:extLst>
              <a:ext uri="{FF2B5EF4-FFF2-40B4-BE49-F238E27FC236}">
                <a16:creationId xmlns:a16="http://schemas.microsoft.com/office/drawing/2014/main" id="{46264CEA-6886-3E57-ED0D-F80CF4273813}"/>
              </a:ext>
            </a:extLst>
          </p:cNvPr>
          <p:cNvSpPr>
            <a:spLocks noGrp="1"/>
          </p:cNvSpPr>
          <p:nvPr>
            <p:ph type="sldNum" idx="12"/>
          </p:nvPr>
        </p:nvSpPr>
        <p:spPr/>
        <p:txBody>
          <a:bodyPr/>
          <a:lstStyle/>
          <a:p>
            <a:fld id="{00000000-1234-1234-1234-123412341234}" type="slidenum">
              <a:rPr lang="en-US" smtClean="0"/>
              <a:pPr/>
              <a:t>16</a:t>
            </a:fld>
            <a:endParaRPr lang="en-US" dirty="0"/>
          </a:p>
        </p:txBody>
      </p:sp>
      <p:pic>
        <p:nvPicPr>
          <p:cNvPr id="4" name="Picture 3">
            <a:extLst>
              <a:ext uri="{FF2B5EF4-FFF2-40B4-BE49-F238E27FC236}">
                <a16:creationId xmlns:a16="http://schemas.microsoft.com/office/drawing/2014/main" id="{A0150D9C-2375-D472-9CCD-F2DF1057CDEE}"/>
              </a:ext>
            </a:extLst>
          </p:cNvPr>
          <p:cNvPicPr>
            <a:picLocks noChangeAspect="1"/>
          </p:cNvPicPr>
          <p:nvPr/>
        </p:nvPicPr>
        <p:blipFill>
          <a:blip r:embed="rId3"/>
          <a:srcRect l="1550" t="16057" r="10730" b="18996"/>
          <a:stretch>
            <a:fillRect/>
          </a:stretch>
        </p:blipFill>
        <p:spPr>
          <a:xfrm rot="16200000">
            <a:off x="3938667" y="588092"/>
            <a:ext cx="4314667" cy="5681816"/>
          </a:xfrm>
          <a:prstGeom prst="rect">
            <a:avLst/>
          </a:prstGeom>
        </p:spPr>
      </p:pic>
      <p:sp>
        <p:nvSpPr>
          <p:cNvPr id="5" name="TextBox 4">
            <a:extLst>
              <a:ext uri="{FF2B5EF4-FFF2-40B4-BE49-F238E27FC236}">
                <a16:creationId xmlns:a16="http://schemas.microsoft.com/office/drawing/2014/main" id="{C081BA5C-6B54-1704-37DD-42B695CDF6AC}"/>
              </a:ext>
            </a:extLst>
          </p:cNvPr>
          <p:cNvSpPr txBox="1"/>
          <p:nvPr/>
        </p:nvSpPr>
        <p:spPr>
          <a:xfrm>
            <a:off x="2669458" y="5705619"/>
            <a:ext cx="6853084" cy="369332"/>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Implemented hardware setup of the Smart Fertilizer Advisory System</a:t>
            </a:r>
          </a:p>
        </p:txBody>
      </p:sp>
    </p:spTree>
    <p:extLst>
      <p:ext uri="{BB962C8B-B14F-4D97-AF65-F5344CB8AC3E}">
        <p14:creationId xmlns:p14="http://schemas.microsoft.com/office/powerpoint/2010/main" val="545947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1F0578D2-A306-853E-FE73-6EB1DD1E75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752849-DD47-890D-94B5-218117E93330}"/>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Results</a:t>
            </a:r>
          </a:p>
        </p:txBody>
      </p:sp>
      <p:sp>
        <p:nvSpPr>
          <p:cNvPr id="6" name="Slide Number Placeholder 5">
            <a:extLst>
              <a:ext uri="{FF2B5EF4-FFF2-40B4-BE49-F238E27FC236}">
                <a16:creationId xmlns:a16="http://schemas.microsoft.com/office/drawing/2014/main" id="{B382E93B-9E9E-FE67-ADA8-458E95393304}"/>
              </a:ext>
            </a:extLst>
          </p:cNvPr>
          <p:cNvSpPr>
            <a:spLocks noGrp="1"/>
          </p:cNvSpPr>
          <p:nvPr>
            <p:ph type="sldNum" idx="12"/>
          </p:nvPr>
        </p:nvSpPr>
        <p:spPr/>
        <p:txBody>
          <a:bodyPr/>
          <a:lstStyle/>
          <a:p>
            <a:fld id="{00000000-1234-1234-1234-123412341234}" type="slidenum">
              <a:rPr lang="en-US" smtClean="0"/>
              <a:pPr/>
              <a:t>17</a:t>
            </a:fld>
            <a:endParaRPr lang="en-US" dirty="0"/>
          </a:p>
        </p:txBody>
      </p:sp>
      <p:pic>
        <p:nvPicPr>
          <p:cNvPr id="5" name="Picture 4">
            <a:extLst>
              <a:ext uri="{FF2B5EF4-FFF2-40B4-BE49-F238E27FC236}">
                <a16:creationId xmlns:a16="http://schemas.microsoft.com/office/drawing/2014/main" id="{CE218238-D316-0C16-975A-8BCD4344B240}"/>
              </a:ext>
            </a:extLst>
          </p:cNvPr>
          <p:cNvPicPr>
            <a:picLocks noChangeAspect="1"/>
          </p:cNvPicPr>
          <p:nvPr/>
        </p:nvPicPr>
        <p:blipFill>
          <a:blip r:embed="rId3"/>
          <a:stretch>
            <a:fillRect/>
          </a:stretch>
        </p:blipFill>
        <p:spPr>
          <a:xfrm>
            <a:off x="5988754" y="1953709"/>
            <a:ext cx="5492048" cy="3438345"/>
          </a:xfrm>
          <a:prstGeom prst="rect">
            <a:avLst/>
          </a:prstGeom>
        </p:spPr>
      </p:pic>
      <p:pic>
        <p:nvPicPr>
          <p:cNvPr id="2" name="Picture 1">
            <a:extLst>
              <a:ext uri="{FF2B5EF4-FFF2-40B4-BE49-F238E27FC236}">
                <a16:creationId xmlns:a16="http://schemas.microsoft.com/office/drawing/2014/main" id="{E1819495-D7EE-32FE-F997-3C7A008F8C25}"/>
              </a:ext>
            </a:extLst>
          </p:cNvPr>
          <p:cNvPicPr>
            <a:picLocks noChangeAspect="1"/>
          </p:cNvPicPr>
          <p:nvPr/>
        </p:nvPicPr>
        <p:blipFill>
          <a:blip r:embed="rId4"/>
          <a:stretch>
            <a:fillRect/>
          </a:stretch>
        </p:blipFill>
        <p:spPr>
          <a:xfrm>
            <a:off x="825910" y="1953709"/>
            <a:ext cx="4955458" cy="3438345"/>
          </a:xfrm>
          <a:prstGeom prst="rect">
            <a:avLst/>
          </a:prstGeom>
        </p:spPr>
      </p:pic>
      <p:sp>
        <p:nvSpPr>
          <p:cNvPr id="4" name="TextBox 3">
            <a:extLst>
              <a:ext uri="{FF2B5EF4-FFF2-40B4-BE49-F238E27FC236}">
                <a16:creationId xmlns:a16="http://schemas.microsoft.com/office/drawing/2014/main" id="{B62CF829-A195-D700-8584-0F28FDBAAD3E}"/>
              </a:ext>
            </a:extLst>
          </p:cNvPr>
          <p:cNvSpPr txBox="1"/>
          <p:nvPr/>
        </p:nvSpPr>
        <p:spPr>
          <a:xfrm>
            <a:off x="4803058" y="5633884"/>
            <a:ext cx="258588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Displayed Outputs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355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4B81A82-73B9-37C3-4CE2-8BA5510C0F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C2D9E4-D4E2-66CD-A29F-ADA4B29BD645}"/>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Results</a:t>
            </a:r>
          </a:p>
        </p:txBody>
      </p:sp>
      <p:sp>
        <p:nvSpPr>
          <p:cNvPr id="6" name="Slide Number Placeholder 5">
            <a:extLst>
              <a:ext uri="{FF2B5EF4-FFF2-40B4-BE49-F238E27FC236}">
                <a16:creationId xmlns:a16="http://schemas.microsoft.com/office/drawing/2014/main" id="{7D614E55-2023-6FE1-6B9E-AC69A1991445}"/>
              </a:ext>
            </a:extLst>
          </p:cNvPr>
          <p:cNvSpPr>
            <a:spLocks noGrp="1"/>
          </p:cNvSpPr>
          <p:nvPr>
            <p:ph type="sldNum" idx="12"/>
          </p:nvPr>
        </p:nvSpPr>
        <p:spPr/>
        <p:txBody>
          <a:bodyPr/>
          <a:lstStyle/>
          <a:p>
            <a:fld id="{00000000-1234-1234-1234-123412341234}" type="slidenum">
              <a:rPr lang="en-US" smtClean="0"/>
              <a:pPr/>
              <a:t>18</a:t>
            </a:fld>
            <a:endParaRPr lang="en-US" dirty="0"/>
          </a:p>
        </p:txBody>
      </p:sp>
      <p:pic>
        <p:nvPicPr>
          <p:cNvPr id="7" name="Picture 6">
            <a:extLst>
              <a:ext uri="{FF2B5EF4-FFF2-40B4-BE49-F238E27FC236}">
                <a16:creationId xmlns:a16="http://schemas.microsoft.com/office/drawing/2014/main" id="{43FD8005-EC2B-B5DC-05C9-D3919DAA5F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4478" y="1344799"/>
            <a:ext cx="8863045" cy="4168401"/>
          </a:xfrm>
          <a:prstGeom prst="rect">
            <a:avLst/>
          </a:prstGeom>
        </p:spPr>
      </p:pic>
      <p:sp>
        <p:nvSpPr>
          <p:cNvPr id="9" name="TextBox 8">
            <a:extLst>
              <a:ext uri="{FF2B5EF4-FFF2-40B4-BE49-F238E27FC236}">
                <a16:creationId xmlns:a16="http://schemas.microsoft.com/office/drawing/2014/main" id="{36630233-C6E3-F6AC-50CF-F5C821D4C1EA}"/>
              </a:ext>
            </a:extLst>
          </p:cNvPr>
          <p:cNvSpPr txBox="1"/>
          <p:nvPr/>
        </p:nvSpPr>
        <p:spPr>
          <a:xfrm>
            <a:off x="3205316" y="5655695"/>
            <a:ext cx="6096000" cy="369332"/>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User Interface of the Smart Fertilizer Advisory System</a:t>
            </a:r>
          </a:p>
        </p:txBody>
      </p:sp>
    </p:spTree>
    <p:extLst>
      <p:ext uri="{BB962C8B-B14F-4D97-AF65-F5344CB8AC3E}">
        <p14:creationId xmlns:p14="http://schemas.microsoft.com/office/powerpoint/2010/main" val="188320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0B8606EC-FA01-BA8C-512E-C86A5A30F8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56DF30-D4F9-3C50-3CEE-77F55DE6F54E}"/>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Results</a:t>
            </a:r>
          </a:p>
        </p:txBody>
      </p:sp>
      <p:sp>
        <p:nvSpPr>
          <p:cNvPr id="6" name="Slide Number Placeholder 5">
            <a:extLst>
              <a:ext uri="{FF2B5EF4-FFF2-40B4-BE49-F238E27FC236}">
                <a16:creationId xmlns:a16="http://schemas.microsoft.com/office/drawing/2014/main" id="{1852AC12-6DF7-C41C-F53B-96950441F348}"/>
              </a:ext>
            </a:extLst>
          </p:cNvPr>
          <p:cNvSpPr>
            <a:spLocks noGrp="1"/>
          </p:cNvSpPr>
          <p:nvPr>
            <p:ph type="sldNum" idx="12"/>
          </p:nvPr>
        </p:nvSpPr>
        <p:spPr/>
        <p:txBody>
          <a:bodyPr/>
          <a:lstStyle/>
          <a:p>
            <a:fld id="{00000000-1234-1234-1234-123412341234}" type="slidenum">
              <a:rPr lang="en-US" smtClean="0"/>
              <a:pPr/>
              <a:t>19</a:t>
            </a:fld>
            <a:endParaRPr lang="en-US" dirty="0"/>
          </a:p>
        </p:txBody>
      </p:sp>
      <p:pic>
        <p:nvPicPr>
          <p:cNvPr id="4" name="Picture 3">
            <a:extLst>
              <a:ext uri="{FF2B5EF4-FFF2-40B4-BE49-F238E27FC236}">
                <a16:creationId xmlns:a16="http://schemas.microsoft.com/office/drawing/2014/main" id="{BD6DF9AE-9A0F-F8C2-33DD-1B4FE4126D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681" y="1818968"/>
            <a:ext cx="10869904" cy="3503664"/>
          </a:xfrm>
          <a:prstGeom prst="rect">
            <a:avLst/>
          </a:prstGeom>
        </p:spPr>
      </p:pic>
      <p:sp>
        <p:nvSpPr>
          <p:cNvPr id="7" name="TextBox 6">
            <a:extLst>
              <a:ext uri="{FF2B5EF4-FFF2-40B4-BE49-F238E27FC236}">
                <a16:creationId xmlns:a16="http://schemas.microsoft.com/office/drawing/2014/main" id="{DE65CF04-92E2-047C-D2D4-995823951D20}"/>
              </a:ext>
            </a:extLst>
          </p:cNvPr>
          <p:cNvSpPr txBox="1"/>
          <p:nvPr/>
        </p:nvSpPr>
        <p:spPr>
          <a:xfrm>
            <a:off x="4857135" y="5468883"/>
            <a:ext cx="6096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Leaf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RGB variation</a:t>
            </a:r>
          </a:p>
        </p:txBody>
      </p:sp>
    </p:spTree>
    <p:extLst>
      <p:ext uri="{BB962C8B-B14F-4D97-AF65-F5344CB8AC3E}">
        <p14:creationId xmlns:p14="http://schemas.microsoft.com/office/powerpoint/2010/main" val="22906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FE25F8E0-76EF-A34E-F1CF-A1535166250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F0F242-5E78-0746-5DD7-420339C8C319}"/>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Results</a:t>
            </a:r>
          </a:p>
        </p:txBody>
      </p:sp>
      <p:sp>
        <p:nvSpPr>
          <p:cNvPr id="6" name="Slide Number Placeholder 5">
            <a:extLst>
              <a:ext uri="{FF2B5EF4-FFF2-40B4-BE49-F238E27FC236}">
                <a16:creationId xmlns:a16="http://schemas.microsoft.com/office/drawing/2014/main" id="{B625596B-4E04-2BAE-4C34-B387DF300F1E}"/>
              </a:ext>
            </a:extLst>
          </p:cNvPr>
          <p:cNvSpPr>
            <a:spLocks noGrp="1"/>
          </p:cNvSpPr>
          <p:nvPr>
            <p:ph type="sldNum" idx="12"/>
          </p:nvPr>
        </p:nvSpPr>
        <p:spPr/>
        <p:txBody>
          <a:bodyPr/>
          <a:lstStyle/>
          <a:p>
            <a:fld id="{00000000-1234-1234-1234-123412341234}" type="slidenum">
              <a:rPr lang="en-US" smtClean="0"/>
              <a:pPr/>
              <a:t>20</a:t>
            </a:fld>
            <a:endParaRPr lang="en-US" dirty="0"/>
          </a:p>
        </p:txBody>
      </p:sp>
      <p:pic>
        <p:nvPicPr>
          <p:cNvPr id="8" name="Picture 7">
            <a:extLst>
              <a:ext uri="{FF2B5EF4-FFF2-40B4-BE49-F238E27FC236}">
                <a16:creationId xmlns:a16="http://schemas.microsoft.com/office/drawing/2014/main" id="{08CE60C0-30F9-149B-4CAD-2D9CC389C1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832" y="1889126"/>
            <a:ext cx="10858747" cy="3562760"/>
          </a:xfrm>
          <a:prstGeom prst="rect">
            <a:avLst/>
          </a:prstGeom>
        </p:spPr>
      </p:pic>
      <p:sp>
        <p:nvSpPr>
          <p:cNvPr id="10" name="TextBox 9">
            <a:extLst>
              <a:ext uri="{FF2B5EF4-FFF2-40B4-BE49-F238E27FC236}">
                <a16:creationId xmlns:a16="http://schemas.microsoft.com/office/drawing/2014/main" id="{49E98CFB-D710-179C-0A64-1FCEF42303CE}"/>
              </a:ext>
            </a:extLst>
          </p:cNvPr>
          <p:cNvSpPr txBox="1"/>
          <p:nvPr/>
        </p:nvSpPr>
        <p:spPr>
          <a:xfrm>
            <a:off x="4896464" y="5556146"/>
            <a:ext cx="6096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Leaf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RGB variation</a:t>
            </a:r>
          </a:p>
        </p:txBody>
      </p:sp>
    </p:spTree>
    <p:extLst>
      <p:ext uri="{BB962C8B-B14F-4D97-AF65-F5344CB8AC3E}">
        <p14:creationId xmlns:p14="http://schemas.microsoft.com/office/powerpoint/2010/main" val="2271863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1CC358B1-A2A1-3D3F-3E92-6638D3120B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6D0226-193C-C652-5C23-872183888557}"/>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Results</a:t>
            </a:r>
          </a:p>
        </p:txBody>
      </p:sp>
      <p:sp>
        <p:nvSpPr>
          <p:cNvPr id="6" name="Slide Number Placeholder 5">
            <a:extLst>
              <a:ext uri="{FF2B5EF4-FFF2-40B4-BE49-F238E27FC236}">
                <a16:creationId xmlns:a16="http://schemas.microsoft.com/office/drawing/2014/main" id="{4B9C1969-3651-0909-D541-2644EAB6C6CB}"/>
              </a:ext>
            </a:extLst>
          </p:cNvPr>
          <p:cNvSpPr>
            <a:spLocks noGrp="1"/>
          </p:cNvSpPr>
          <p:nvPr>
            <p:ph type="sldNum" idx="12"/>
          </p:nvPr>
        </p:nvSpPr>
        <p:spPr/>
        <p:txBody>
          <a:bodyPr/>
          <a:lstStyle/>
          <a:p>
            <a:fld id="{00000000-1234-1234-1234-123412341234}" type="slidenum">
              <a:rPr lang="en-US" smtClean="0"/>
              <a:pPr/>
              <a:t>21</a:t>
            </a:fld>
            <a:endParaRPr lang="en-US" dirty="0"/>
          </a:p>
        </p:txBody>
      </p:sp>
      <p:pic>
        <p:nvPicPr>
          <p:cNvPr id="5" name="Picture 4">
            <a:extLst>
              <a:ext uri="{FF2B5EF4-FFF2-40B4-BE49-F238E27FC236}">
                <a16:creationId xmlns:a16="http://schemas.microsoft.com/office/drawing/2014/main" id="{94107DEA-24D1-BADE-5677-F278B1C809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889126"/>
            <a:ext cx="10988774" cy="3575919"/>
          </a:xfrm>
          <a:prstGeom prst="rect">
            <a:avLst/>
          </a:prstGeom>
        </p:spPr>
      </p:pic>
      <p:sp>
        <p:nvSpPr>
          <p:cNvPr id="8" name="TextBox 7">
            <a:extLst>
              <a:ext uri="{FF2B5EF4-FFF2-40B4-BE49-F238E27FC236}">
                <a16:creationId xmlns:a16="http://schemas.microsoft.com/office/drawing/2014/main" id="{456A2CA7-5CAE-EDB3-7798-E55E9A018001}"/>
              </a:ext>
            </a:extLst>
          </p:cNvPr>
          <p:cNvSpPr txBox="1"/>
          <p:nvPr/>
        </p:nvSpPr>
        <p:spPr>
          <a:xfrm>
            <a:off x="4591665" y="5569305"/>
            <a:ext cx="6096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Hue and saturation analysis</a:t>
            </a:r>
          </a:p>
        </p:txBody>
      </p:sp>
    </p:spTree>
    <p:extLst>
      <p:ext uri="{BB962C8B-B14F-4D97-AF65-F5344CB8AC3E}">
        <p14:creationId xmlns:p14="http://schemas.microsoft.com/office/powerpoint/2010/main" val="213531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DD78FCF3-7C9C-042B-512A-F8B25AF480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A777F1-C84D-0471-DE83-27EE33F1FE3B}"/>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Results</a:t>
            </a:r>
          </a:p>
        </p:txBody>
      </p:sp>
      <p:sp>
        <p:nvSpPr>
          <p:cNvPr id="6" name="Slide Number Placeholder 5">
            <a:extLst>
              <a:ext uri="{FF2B5EF4-FFF2-40B4-BE49-F238E27FC236}">
                <a16:creationId xmlns:a16="http://schemas.microsoft.com/office/drawing/2014/main" id="{52EDE349-3E33-157F-2B06-BFD7B9439F82}"/>
              </a:ext>
            </a:extLst>
          </p:cNvPr>
          <p:cNvSpPr>
            <a:spLocks noGrp="1"/>
          </p:cNvSpPr>
          <p:nvPr>
            <p:ph type="sldNum" idx="12"/>
          </p:nvPr>
        </p:nvSpPr>
        <p:spPr/>
        <p:txBody>
          <a:bodyPr/>
          <a:lstStyle/>
          <a:p>
            <a:fld id="{00000000-1234-1234-1234-123412341234}" type="slidenum">
              <a:rPr lang="en-US" smtClean="0"/>
              <a:pPr/>
              <a:t>22</a:t>
            </a:fld>
            <a:endParaRPr lang="en-US" dirty="0"/>
          </a:p>
        </p:txBody>
      </p:sp>
      <p:pic>
        <p:nvPicPr>
          <p:cNvPr id="4" name="Picture 3">
            <a:extLst>
              <a:ext uri="{FF2B5EF4-FFF2-40B4-BE49-F238E27FC236}">
                <a16:creationId xmlns:a16="http://schemas.microsoft.com/office/drawing/2014/main" id="{2B543806-90D6-6D30-4696-B0091A0194EF}"/>
              </a:ext>
            </a:extLst>
          </p:cNvPr>
          <p:cNvPicPr>
            <a:picLocks noChangeAspect="1"/>
          </p:cNvPicPr>
          <p:nvPr/>
        </p:nvPicPr>
        <p:blipFill>
          <a:blip r:embed="rId3">
            <a:extLst>
              <a:ext uri="{28A0092B-C50C-407E-A947-70E740481C1C}">
                <a14:useLocalDpi xmlns:a14="http://schemas.microsoft.com/office/drawing/2010/main" val="0"/>
              </a:ext>
            </a:extLst>
          </a:blip>
          <a:srcRect t="8889" b="47670"/>
          <a:stretch>
            <a:fillRect/>
          </a:stretch>
        </p:blipFill>
        <p:spPr>
          <a:xfrm>
            <a:off x="1798275" y="1600200"/>
            <a:ext cx="3853631" cy="3900451"/>
          </a:xfrm>
          <a:prstGeom prst="rect">
            <a:avLst/>
          </a:prstGeom>
        </p:spPr>
      </p:pic>
      <p:pic>
        <p:nvPicPr>
          <p:cNvPr id="9" name="Picture 8">
            <a:extLst>
              <a:ext uri="{FF2B5EF4-FFF2-40B4-BE49-F238E27FC236}">
                <a16:creationId xmlns:a16="http://schemas.microsoft.com/office/drawing/2014/main" id="{7C3FDBF6-1279-E310-3E30-B2C0CD9966BB}"/>
              </a:ext>
            </a:extLst>
          </p:cNvPr>
          <p:cNvPicPr>
            <a:picLocks noChangeAspect="1"/>
          </p:cNvPicPr>
          <p:nvPr/>
        </p:nvPicPr>
        <p:blipFill>
          <a:blip r:embed="rId4">
            <a:extLst>
              <a:ext uri="{28A0092B-C50C-407E-A947-70E740481C1C}">
                <a14:useLocalDpi xmlns:a14="http://schemas.microsoft.com/office/drawing/2010/main" val="0"/>
              </a:ext>
            </a:extLst>
          </a:blip>
          <a:srcRect b="34480"/>
          <a:stretch>
            <a:fillRect/>
          </a:stretch>
        </p:blipFill>
        <p:spPr>
          <a:xfrm>
            <a:off x="6540096" y="1600200"/>
            <a:ext cx="3360989" cy="3900451"/>
          </a:xfrm>
          <a:prstGeom prst="rect">
            <a:avLst/>
          </a:prstGeom>
        </p:spPr>
      </p:pic>
      <p:sp>
        <p:nvSpPr>
          <p:cNvPr id="11" name="TextBox 10">
            <a:extLst>
              <a:ext uri="{FF2B5EF4-FFF2-40B4-BE49-F238E27FC236}">
                <a16:creationId xmlns:a16="http://schemas.microsoft.com/office/drawing/2014/main" id="{09194721-2B63-2A54-6DC0-64B2372A5665}"/>
              </a:ext>
            </a:extLst>
          </p:cNvPr>
          <p:cNvSpPr txBox="1"/>
          <p:nvPr/>
        </p:nvSpPr>
        <p:spPr>
          <a:xfrm>
            <a:off x="4689988" y="5714689"/>
            <a:ext cx="6096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Gmail and SMS Notifications</a:t>
            </a:r>
          </a:p>
        </p:txBody>
      </p:sp>
    </p:spTree>
    <p:extLst>
      <p:ext uri="{BB962C8B-B14F-4D97-AF65-F5344CB8AC3E}">
        <p14:creationId xmlns:p14="http://schemas.microsoft.com/office/powerpoint/2010/main" val="3032024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8"/>
          <p:cNvSpPr txBox="1">
            <a:spLocks noGrp="1"/>
          </p:cNvSpPr>
          <p:nvPr>
            <p:ph type="title"/>
          </p:nvPr>
        </p:nvSpPr>
        <p:spPr>
          <a:xfrm>
            <a:off x="1754046" y="344281"/>
            <a:ext cx="8229600" cy="1005206"/>
          </a:xfrm>
          <a:prstGeom prst="rect">
            <a:avLst/>
          </a:prstGeom>
          <a:noFill/>
          <a:ln>
            <a:noFill/>
          </a:ln>
        </p:spPr>
        <p:txBody>
          <a:bodyPr spcFirstLastPara="1" wrap="square" lIns="45700" tIns="45700" rIns="45700" bIns="45700" anchor="ctr" anchorCtr="0">
            <a:noAutofit/>
          </a:bodyPr>
          <a:lstStyle/>
          <a:p>
            <a:pPr>
              <a:buSzPts val="3200"/>
            </a:pPr>
            <a:r>
              <a:rPr lang="en-US" sz="4000" dirty="0">
                <a:latin typeface="Times New Roman"/>
                <a:ea typeface="Times New Roman"/>
                <a:cs typeface="Times New Roman"/>
                <a:sym typeface="Times New Roman"/>
              </a:rPr>
              <a:t>Conclusion</a:t>
            </a:r>
            <a:endParaRPr sz="4000" dirty="0">
              <a:latin typeface="Times New Roman"/>
              <a:ea typeface="Times New Roman"/>
              <a:cs typeface="Times New Roman"/>
              <a:sym typeface="Times New Roman"/>
            </a:endParaRPr>
          </a:p>
        </p:txBody>
      </p:sp>
      <p:sp>
        <p:nvSpPr>
          <p:cNvPr id="183" name="Google Shape;183;p8"/>
          <p:cNvSpPr txBox="1">
            <a:spLocks noGrp="1"/>
          </p:cNvSpPr>
          <p:nvPr>
            <p:ph type="sldNum" idx="12"/>
          </p:nvPr>
        </p:nvSpPr>
        <p:spPr>
          <a:xfrm>
            <a:off x="9832693" y="381000"/>
            <a:ext cx="301909"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23</a:t>
            </a:fld>
            <a:endParaRPr kern="0" dirty="0"/>
          </a:p>
        </p:txBody>
      </p:sp>
      <p:sp>
        <p:nvSpPr>
          <p:cNvPr id="3" name="TextBox 2">
            <a:extLst>
              <a:ext uri="{FF2B5EF4-FFF2-40B4-BE49-F238E27FC236}">
                <a16:creationId xmlns:a16="http://schemas.microsoft.com/office/drawing/2014/main" id="{AD635FA0-C230-4E61-DA27-A7DC970134E0}"/>
              </a:ext>
            </a:extLst>
          </p:cNvPr>
          <p:cNvSpPr txBox="1"/>
          <p:nvPr/>
        </p:nvSpPr>
        <p:spPr>
          <a:xfrm>
            <a:off x="958645" y="2240170"/>
            <a:ext cx="10274709" cy="279595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Developed a low-cost IoT-based fertilizer advisory system.</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Real-time monitoring of soil, crop, and environmental conditions achieved.</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generates automatic fertilizer recommendations.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in precision agriculture and sustainable farming.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Demonstrates how IoT technology can be effectively applied in agriculture.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4136205D-2F41-2521-0A47-646688E48701}"/>
            </a:ext>
          </a:extLst>
        </p:cNvPr>
        <p:cNvGrpSpPr/>
        <p:nvPr/>
      </p:nvGrpSpPr>
      <p:grpSpPr>
        <a:xfrm>
          <a:off x="0" y="0"/>
          <a:ext cx="0" cy="0"/>
          <a:chOff x="0" y="0"/>
          <a:chExt cx="0" cy="0"/>
        </a:xfrm>
      </p:grpSpPr>
      <p:sp>
        <p:nvSpPr>
          <p:cNvPr id="182" name="Google Shape;182;p8">
            <a:extLst>
              <a:ext uri="{FF2B5EF4-FFF2-40B4-BE49-F238E27FC236}">
                <a16:creationId xmlns:a16="http://schemas.microsoft.com/office/drawing/2014/main" id="{CD8FA918-6444-DD1E-DCCA-96FA78F338BE}"/>
              </a:ext>
            </a:extLst>
          </p:cNvPr>
          <p:cNvSpPr txBox="1">
            <a:spLocks noGrp="1"/>
          </p:cNvSpPr>
          <p:nvPr>
            <p:ph type="title"/>
          </p:nvPr>
        </p:nvSpPr>
        <p:spPr>
          <a:xfrm>
            <a:off x="1754046" y="344281"/>
            <a:ext cx="8229600" cy="1005206"/>
          </a:xfrm>
          <a:prstGeom prst="rect">
            <a:avLst/>
          </a:prstGeom>
          <a:noFill/>
          <a:ln>
            <a:noFill/>
          </a:ln>
        </p:spPr>
        <p:txBody>
          <a:bodyPr spcFirstLastPara="1" wrap="square" lIns="45700" tIns="45700" rIns="45700" bIns="45700" anchor="ctr" anchorCtr="0">
            <a:noAutofit/>
          </a:bodyPr>
          <a:lstStyle/>
          <a:p>
            <a:pPr>
              <a:buSzPts val="3200"/>
            </a:pPr>
            <a:r>
              <a:rPr lang="en-US" sz="4000" dirty="0">
                <a:latin typeface="Times New Roman"/>
                <a:ea typeface="Times New Roman"/>
                <a:cs typeface="Times New Roman"/>
                <a:sym typeface="Times New Roman"/>
              </a:rPr>
              <a:t>Future Scope</a:t>
            </a:r>
            <a:endParaRPr sz="4000" dirty="0">
              <a:latin typeface="Times New Roman"/>
              <a:ea typeface="Times New Roman"/>
              <a:cs typeface="Times New Roman"/>
              <a:sym typeface="Times New Roman"/>
            </a:endParaRPr>
          </a:p>
        </p:txBody>
      </p:sp>
      <p:sp>
        <p:nvSpPr>
          <p:cNvPr id="183" name="Google Shape;183;p8">
            <a:extLst>
              <a:ext uri="{FF2B5EF4-FFF2-40B4-BE49-F238E27FC236}">
                <a16:creationId xmlns:a16="http://schemas.microsoft.com/office/drawing/2014/main" id="{27B6ADE3-7F92-88DA-6148-4F166D0746B3}"/>
              </a:ext>
            </a:extLst>
          </p:cNvPr>
          <p:cNvSpPr txBox="1">
            <a:spLocks noGrp="1"/>
          </p:cNvSpPr>
          <p:nvPr>
            <p:ph type="sldNum" idx="12"/>
          </p:nvPr>
        </p:nvSpPr>
        <p:spPr>
          <a:xfrm>
            <a:off x="9832693" y="381000"/>
            <a:ext cx="301909"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24</a:t>
            </a:fld>
            <a:endParaRPr kern="0" dirty="0"/>
          </a:p>
        </p:txBody>
      </p:sp>
      <p:sp>
        <p:nvSpPr>
          <p:cNvPr id="3" name="TextBox 2">
            <a:extLst>
              <a:ext uri="{FF2B5EF4-FFF2-40B4-BE49-F238E27FC236}">
                <a16:creationId xmlns:a16="http://schemas.microsoft.com/office/drawing/2014/main" id="{79B6B5D8-A334-E546-62D4-FC96EF417CDB}"/>
              </a:ext>
            </a:extLst>
          </p:cNvPr>
          <p:cNvSpPr txBox="1"/>
          <p:nvPr/>
        </p:nvSpPr>
        <p:spPr>
          <a:xfrm>
            <a:off x="958645" y="2240170"/>
            <a:ext cx="10274709" cy="224157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 of AI or machine learning for predictive fertilizer recommendation.</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Integration of pH and NPK sensors for full nutrient analysis.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Solar-powered system for remote rural deployment.</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Scalable multi-node network for large farms.</a:t>
            </a:r>
          </a:p>
        </p:txBody>
      </p:sp>
    </p:spTree>
    <p:extLst>
      <p:ext uri="{BB962C8B-B14F-4D97-AF65-F5344CB8AC3E}">
        <p14:creationId xmlns:p14="http://schemas.microsoft.com/office/powerpoint/2010/main" val="3792055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6421a77b42_0_30"/>
          <p:cNvSpPr txBox="1">
            <a:spLocks noGrp="1"/>
          </p:cNvSpPr>
          <p:nvPr>
            <p:ph type="sldNum" idx="12"/>
          </p:nvPr>
        </p:nvSpPr>
        <p:spPr>
          <a:xfrm>
            <a:off x="9931576" y="381000"/>
            <a:ext cx="321007"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25</a:t>
            </a:fld>
            <a:endParaRPr kern="0" dirty="0"/>
          </a:p>
        </p:txBody>
      </p:sp>
      <p:sp>
        <p:nvSpPr>
          <p:cNvPr id="204" name="Google Shape;204;g36421a77b42_0_30"/>
          <p:cNvSpPr txBox="1">
            <a:spLocks noGrp="1"/>
          </p:cNvSpPr>
          <p:nvPr>
            <p:ph type="title"/>
          </p:nvPr>
        </p:nvSpPr>
        <p:spPr>
          <a:xfrm>
            <a:off x="2501537" y="458647"/>
            <a:ext cx="6858000" cy="807900"/>
          </a:xfrm>
          <a:prstGeom prst="rect">
            <a:avLst/>
          </a:prstGeom>
          <a:noFill/>
          <a:ln>
            <a:noFill/>
          </a:ln>
        </p:spPr>
        <p:txBody>
          <a:bodyPr spcFirstLastPara="1" wrap="square" lIns="45700" tIns="45700" rIns="45700" bIns="45700" anchor="ctr" anchorCtr="0">
            <a:normAutofit/>
          </a:bodyPr>
          <a:lstStyle/>
          <a:p>
            <a:pPr>
              <a:buSzPts val="3200"/>
            </a:pPr>
            <a:r>
              <a:rPr lang="en-US" sz="4000" dirty="0">
                <a:latin typeface="Times New Roman"/>
                <a:ea typeface="Times New Roman"/>
                <a:cs typeface="Times New Roman"/>
                <a:sym typeface="Times New Roman"/>
              </a:rPr>
              <a:t>References</a:t>
            </a:r>
            <a:endParaRPr sz="4000" dirty="0"/>
          </a:p>
        </p:txBody>
      </p:sp>
      <p:sp>
        <p:nvSpPr>
          <p:cNvPr id="3" name="TextBox 2">
            <a:extLst>
              <a:ext uri="{FF2B5EF4-FFF2-40B4-BE49-F238E27FC236}">
                <a16:creationId xmlns:a16="http://schemas.microsoft.com/office/drawing/2014/main" id="{085551B5-35B3-B4B4-966E-9DFFBB760712}"/>
              </a:ext>
            </a:extLst>
          </p:cNvPr>
          <p:cNvSpPr txBox="1"/>
          <p:nvPr/>
        </p:nvSpPr>
        <p:spPr>
          <a:xfrm>
            <a:off x="845575" y="1425677"/>
            <a:ext cx="10500850" cy="4708981"/>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[1] El-</a:t>
            </a:r>
            <a:r>
              <a:rPr lang="en-IN" sz="2000" dirty="0" err="1">
                <a:latin typeface="Times New Roman" panose="02020603050405020304" pitchFamily="18" charset="0"/>
                <a:cs typeface="Times New Roman" panose="02020603050405020304" pitchFamily="18" charset="0"/>
              </a:rPr>
              <a:t>Tabakh</a:t>
            </a:r>
            <a:r>
              <a:rPr lang="en-IN" sz="2000" dirty="0">
                <a:latin typeface="Times New Roman" panose="02020603050405020304" pitchFamily="18" charset="0"/>
                <a:cs typeface="Times New Roman" panose="02020603050405020304" pitchFamily="18" charset="0"/>
              </a:rPr>
              <a:t>, Mohamed AM, Mariam A. Abd El-Samea, Yasmeen A. Roby, Yomna A. Mohamed, Hossam E. Harb, Ahmed M. Saleh, Mahmoud H. Abd El-Aziz, and Sozan E. El-Abeid. "Digital Agriculture for Enhancing Yield, Nutrition, and Biological Stress Resistance." In </a:t>
            </a:r>
            <a:r>
              <a:rPr lang="en-IN" sz="2000" i="1" dirty="0">
                <a:latin typeface="Times New Roman" panose="02020603050405020304" pitchFamily="18" charset="0"/>
                <a:cs typeface="Times New Roman" panose="02020603050405020304" pitchFamily="18" charset="0"/>
              </a:rPr>
              <a:t>Digital Agriculture: A Solution for Sustainable Food and Nutritional Security</a:t>
            </a:r>
            <a:r>
              <a:rPr lang="en-IN" sz="2000" dirty="0">
                <a:latin typeface="Times New Roman" panose="02020603050405020304" pitchFamily="18" charset="0"/>
                <a:cs typeface="Times New Roman" panose="02020603050405020304" pitchFamily="18" charset="0"/>
              </a:rPr>
              <a:t>, pp. 445-483. Cham: Springer International Publishing, 2024.</a:t>
            </a:r>
          </a:p>
          <a:p>
            <a:pPr algn="just"/>
            <a:r>
              <a:rPr lang="en-IN" sz="2000"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Sangeetha, </a:t>
            </a:r>
            <a:r>
              <a:rPr lang="en-US" sz="2000" dirty="0" err="1">
                <a:latin typeface="Times New Roman" panose="02020603050405020304" pitchFamily="18" charset="0"/>
                <a:cs typeface="Times New Roman" panose="02020603050405020304" pitchFamily="18" charset="0"/>
              </a:rPr>
              <a:t>Bathini</a:t>
            </a:r>
            <a:r>
              <a:rPr lang="en-US" sz="2000" dirty="0">
                <a:latin typeface="Times New Roman" panose="02020603050405020304" pitchFamily="18" charset="0"/>
                <a:cs typeface="Times New Roman" panose="02020603050405020304" pitchFamily="18" charset="0"/>
              </a:rPr>
              <a:t>, and Suresh </a:t>
            </a:r>
            <a:r>
              <a:rPr lang="en-US" sz="2000" dirty="0" err="1">
                <a:latin typeface="Times New Roman" panose="02020603050405020304" pitchFamily="18" charset="0"/>
                <a:cs typeface="Times New Roman" panose="02020603050405020304" pitchFamily="18" charset="0"/>
              </a:rPr>
              <a:t>Pabboju</a:t>
            </a:r>
            <a:r>
              <a:rPr lang="en-US" sz="2000" dirty="0">
                <a:latin typeface="Times New Roman" panose="02020603050405020304" pitchFamily="18" charset="0"/>
                <a:cs typeface="Times New Roman" panose="02020603050405020304" pitchFamily="18" charset="0"/>
              </a:rPr>
              <a:t>. "Design and Development of Automated IoT-Aided Smart Agriculture Management System for Efficient Crop Growth Using Hybrid Convolution (1D–2D)-Based Adaptive Residual Attention." </a:t>
            </a:r>
            <a:r>
              <a:rPr lang="en-US" sz="2000" i="1" dirty="0">
                <a:latin typeface="Times New Roman" panose="02020603050405020304" pitchFamily="18" charset="0"/>
                <a:cs typeface="Times New Roman" panose="02020603050405020304" pitchFamily="18" charset="0"/>
              </a:rPr>
              <a:t>Sensing and Imaging</a:t>
            </a:r>
            <a:r>
              <a:rPr lang="en-US" sz="2000" dirty="0">
                <a:latin typeface="Times New Roman" panose="02020603050405020304" pitchFamily="18" charset="0"/>
                <a:cs typeface="Times New Roman" panose="02020603050405020304" pitchFamily="18" charset="0"/>
              </a:rPr>
              <a:t> 25, no. 1 (2024): 60.</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Siva, Faith. "Smart fertilizer recommendation through NPK analysis using Artificial Neural Networks." PhD diss., Strathmore University, 2019.</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[4] Diaz, Francisco Javier, Ali Ahmad, Lorena Parra, Sandra Sendra, and Jaime Lloret. "Low-Cost Optical Sensors for Soil Composition Monitoring." </a:t>
            </a:r>
            <a:r>
              <a:rPr lang="en-IN" sz="2000" i="1" dirty="0">
                <a:latin typeface="Times New Roman" panose="02020603050405020304" pitchFamily="18" charset="0"/>
                <a:cs typeface="Times New Roman" panose="02020603050405020304" pitchFamily="18" charset="0"/>
              </a:rPr>
              <a:t>Sensors</a:t>
            </a:r>
            <a:r>
              <a:rPr lang="en-IN" sz="2000" dirty="0">
                <a:latin typeface="Times New Roman" panose="02020603050405020304" pitchFamily="18" charset="0"/>
                <a:cs typeface="Times New Roman" panose="02020603050405020304" pitchFamily="18" charset="0"/>
              </a:rPr>
              <a:t> 24, no. 4 (2024): 1140.</a:t>
            </a:r>
          </a:p>
          <a:p>
            <a:pPr algn="just"/>
            <a:r>
              <a:rPr lang="en-IN" sz="2000" dirty="0">
                <a:latin typeface="Times New Roman" panose="02020603050405020304" pitchFamily="18" charset="0"/>
                <a:cs typeface="Times New Roman" panose="02020603050405020304" pitchFamily="18" charset="0"/>
              </a:rPr>
              <a:t>[5] Carrasco, Gilda, Fernando Fuentes-</a:t>
            </a:r>
            <a:r>
              <a:rPr lang="en-IN" sz="2000" dirty="0" err="1">
                <a:latin typeface="Times New Roman" panose="02020603050405020304" pitchFamily="18" charset="0"/>
                <a:cs typeface="Times New Roman" panose="02020603050405020304" pitchFamily="18" charset="0"/>
              </a:rPr>
              <a:t>Peñailillo</a:t>
            </a:r>
            <a:r>
              <a:rPr lang="en-IN" sz="2000" dirty="0">
                <a:latin typeface="Times New Roman" panose="02020603050405020304" pitchFamily="18" charset="0"/>
                <a:cs typeface="Times New Roman" panose="02020603050405020304" pitchFamily="18" charset="0"/>
              </a:rPr>
              <a:t>, Paula </a:t>
            </a:r>
            <a:r>
              <a:rPr lang="en-IN" sz="2000" dirty="0" err="1">
                <a:latin typeface="Times New Roman" panose="02020603050405020304" pitchFamily="18" charset="0"/>
                <a:cs typeface="Times New Roman" panose="02020603050405020304" pitchFamily="18" charset="0"/>
              </a:rPr>
              <a:t>Manríquez</a:t>
            </a:r>
            <a:r>
              <a:rPr lang="en-IN" sz="2000" dirty="0">
                <a:latin typeface="Times New Roman" panose="02020603050405020304" pitchFamily="18" charset="0"/>
                <a:cs typeface="Times New Roman" panose="02020603050405020304" pitchFamily="18" charset="0"/>
              </a:rPr>
              <a:t>, Pabla Rebolledo, Ricardo Vega, Karen Gutter, and Miguel </a:t>
            </a:r>
            <a:r>
              <a:rPr lang="en-IN" sz="2000" dirty="0" err="1">
                <a:latin typeface="Times New Roman" panose="02020603050405020304" pitchFamily="18" charset="0"/>
                <a:cs typeface="Times New Roman" panose="02020603050405020304" pitchFamily="18" charset="0"/>
              </a:rPr>
              <a:t>Urrestarazu</a:t>
            </a:r>
            <a:r>
              <a:rPr lang="en-IN" sz="2000" dirty="0">
                <a:latin typeface="Times New Roman" panose="02020603050405020304" pitchFamily="18" charset="0"/>
                <a:cs typeface="Times New Roman" panose="02020603050405020304" pitchFamily="18" charset="0"/>
              </a:rPr>
              <a:t>. "Enhancing leafy greens’ production: Nutrient film technique systems and automation in container-based vertical farming." </a:t>
            </a:r>
            <a:r>
              <a:rPr lang="en-IN" sz="2000" i="1" dirty="0">
                <a:latin typeface="Times New Roman" panose="02020603050405020304" pitchFamily="18" charset="0"/>
                <a:cs typeface="Times New Roman" panose="02020603050405020304" pitchFamily="18" charset="0"/>
              </a:rPr>
              <a:t>Agronomy</a:t>
            </a:r>
            <a:r>
              <a:rPr lang="en-IN" sz="2000" dirty="0">
                <a:latin typeface="Times New Roman" panose="02020603050405020304" pitchFamily="18" charset="0"/>
                <a:cs typeface="Times New Roman" panose="02020603050405020304" pitchFamily="18" charset="0"/>
              </a:rPr>
              <a:t> 14, no. 9 (2024): 1932.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D8C175B0-C370-CA50-0A98-7837B7DDAB92}"/>
            </a:ext>
          </a:extLst>
        </p:cNvPr>
        <p:cNvGrpSpPr/>
        <p:nvPr/>
      </p:nvGrpSpPr>
      <p:grpSpPr>
        <a:xfrm>
          <a:off x="0" y="0"/>
          <a:ext cx="0" cy="0"/>
          <a:chOff x="0" y="0"/>
          <a:chExt cx="0" cy="0"/>
        </a:xfrm>
      </p:grpSpPr>
      <p:sp>
        <p:nvSpPr>
          <p:cNvPr id="203" name="Google Shape;203;g36421a77b42_0_30">
            <a:extLst>
              <a:ext uri="{FF2B5EF4-FFF2-40B4-BE49-F238E27FC236}">
                <a16:creationId xmlns:a16="http://schemas.microsoft.com/office/drawing/2014/main" id="{0A8DE8A2-B68A-A46F-0509-2163F0351EF4}"/>
              </a:ext>
            </a:extLst>
          </p:cNvPr>
          <p:cNvSpPr txBox="1">
            <a:spLocks noGrp="1"/>
          </p:cNvSpPr>
          <p:nvPr>
            <p:ph type="sldNum" idx="12"/>
          </p:nvPr>
        </p:nvSpPr>
        <p:spPr>
          <a:xfrm>
            <a:off x="9931576" y="381000"/>
            <a:ext cx="321007"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26</a:t>
            </a:fld>
            <a:endParaRPr kern="0" dirty="0"/>
          </a:p>
        </p:txBody>
      </p:sp>
      <p:sp>
        <p:nvSpPr>
          <p:cNvPr id="204" name="Google Shape;204;g36421a77b42_0_30">
            <a:extLst>
              <a:ext uri="{FF2B5EF4-FFF2-40B4-BE49-F238E27FC236}">
                <a16:creationId xmlns:a16="http://schemas.microsoft.com/office/drawing/2014/main" id="{F59F9940-14E3-A3A5-42B0-8C2FB4244EDD}"/>
              </a:ext>
            </a:extLst>
          </p:cNvPr>
          <p:cNvSpPr txBox="1">
            <a:spLocks noGrp="1"/>
          </p:cNvSpPr>
          <p:nvPr>
            <p:ph type="title"/>
          </p:nvPr>
        </p:nvSpPr>
        <p:spPr>
          <a:xfrm>
            <a:off x="2501537" y="458647"/>
            <a:ext cx="6858000" cy="807900"/>
          </a:xfrm>
          <a:prstGeom prst="rect">
            <a:avLst/>
          </a:prstGeom>
          <a:noFill/>
          <a:ln>
            <a:noFill/>
          </a:ln>
        </p:spPr>
        <p:txBody>
          <a:bodyPr spcFirstLastPara="1" wrap="square" lIns="45700" tIns="45700" rIns="45700" bIns="45700" anchor="ctr" anchorCtr="0">
            <a:normAutofit/>
          </a:bodyPr>
          <a:lstStyle/>
          <a:p>
            <a:pPr>
              <a:buSzPts val="3200"/>
            </a:pPr>
            <a:r>
              <a:rPr lang="en-US" sz="4000" dirty="0">
                <a:latin typeface="Times New Roman"/>
                <a:ea typeface="Times New Roman"/>
                <a:cs typeface="Times New Roman"/>
                <a:sym typeface="Times New Roman"/>
              </a:rPr>
              <a:t>References</a:t>
            </a:r>
            <a:endParaRPr sz="4000" dirty="0"/>
          </a:p>
        </p:txBody>
      </p:sp>
      <p:sp>
        <p:nvSpPr>
          <p:cNvPr id="3" name="TextBox 2">
            <a:extLst>
              <a:ext uri="{FF2B5EF4-FFF2-40B4-BE49-F238E27FC236}">
                <a16:creationId xmlns:a16="http://schemas.microsoft.com/office/drawing/2014/main" id="{9DF231CB-DB4D-FBC2-5862-CF74A0CFA795}"/>
              </a:ext>
            </a:extLst>
          </p:cNvPr>
          <p:cNvSpPr txBox="1"/>
          <p:nvPr/>
        </p:nvSpPr>
        <p:spPr>
          <a:xfrm>
            <a:off x="845575" y="1553496"/>
            <a:ext cx="10500850" cy="4401205"/>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[6] </a:t>
            </a:r>
            <a:r>
              <a:rPr lang="en-US" sz="2000" dirty="0">
                <a:latin typeface="Times New Roman" panose="02020603050405020304" pitchFamily="18" charset="0"/>
                <a:cs typeface="Times New Roman" panose="02020603050405020304" pitchFamily="18" charset="0"/>
              </a:rPr>
              <a:t>Patil, </a:t>
            </a:r>
            <a:r>
              <a:rPr lang="en-US" sz="2000" dirty="0" err="1">
                <a:latin typeface="Times New Roman" panose="02020603050405020304" pitchFamily="18" charset="0"/>
                <a:cs typeface="Times New Roman" panose="02020603050405020304" pitchFamily="18" charset="0"/>
              </a:rPr>
              <a:t>Ms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Umeshwari</a:t>
            </a:r>
            <a:r>
              <a:rPr lang="en-US" sz="2000" dirty="0">
                <a:latin typeface="Times New Roman" panose="02020603050405020304" pitchFamily="18" charset="0"/>
                <a:cs typeface="Times New Roman" panose="02020603050405020304" pitchFamily="18" charset="0"/>
              </a:rPr>
              <a:t>. "IOT DEVELOPMENT IN THE AGRICULTURE SECTOR." </a:t>
            </a:r>
            <a:r>
              <a:rPr lang="en-US" sz="2000" i="1" dirty="0">
                <a:latin typeface="Times New Roman" panose="02020603050405020304" pitchFamily="18" charset="0"/>
                <a:cs typeface="Times New Roman" panose="02020603050405020304" pitchFamily="18" charset="0"/>
              </a:rPr>
              <a:t>The Online Journal of Distance Education and e-Learning</a:t>
            </a:r>
            <a:r>
              <a:rPr lang="en-US" sz="2000" dirty="0">
                <a:latin typeface="Times New Roman" panose="02020603050405020304" pitchFamily="18" charset="0"/>
                <a:cs typeface="Times New Roman" panose="02020603050405020304" pitchFamily="18" charset="0"/>
              </a:rPr>
              <a:t> 11, no. 1 (2023).</a:t>
            </a:r>
          </a:p>
          <a:p>
            <a:pPr algn="just"/>
            <a:r>
              <a:rPr lang="en-IN" sz="2000" dirty="0">
                <a:latin typeface="Times New Roman" panose="02020603050405020304" pitchFamily="18" charset="0"/>
                <a:cs typeface="Times New Roman" panose="02020603050405020304" pitchFamily="18" charset="0"/>
              </a:rPr>
              <a:t>[7] </a:t>
            </a:r>
            <a:r>
              <a:rPr lang="en-IN" sz="2000" dirty="0" err="1">
                <a:latin typeface="Times New Roman" panose="02020603050405020304" pitchFamily="18" charset="0"/>
                <a:cs typeface="Times New Roman" panose="02020603050405020304" pitchFamily="18" charset="0"/>
              </a:rPr>
              <a:t>Doychev</a:t>
            </a:r>
            <a:r>
              <a:rPr lang="en-IN" sz="2000" dirty="0">
                <a:latin typeface="Times New Roman" panose="02020603050405020304" pitchFamily="18" charset="0"/>
                <a:cs typeface="Times New Roman" panose="02020603050405020304" pitchFamily="18" charset="0"/>
              </a:rPr>
              <a:t>, Emil, Atanas Terziyski, Stoyan Tenev, Asya Stoyanova-</a:t>
            </a:r>
            <a:r>
              <a:rPr lang="en-IN" sz="2000" dirty="0" err="1">
                <a:latin typeface="Times New Roman" panose="02020603050405020304" pitchFamily="18" charset="0"/>
                <a:cs typeface="Times New Roman" panose="02020603050405020304" pitchFamily="18" charset="0"/>
              </a:rPr>
              <a:t>Doycheva</a:t>
            </a:r>
            <a:r>
              <a:rPr lang="en-IN" sz="2000" dirty="0">
                <a:latin typeface="Times New Roman" panose="02020603050405020304" pitchFamily="18" charset="0"/>
                <a:cs typeface="Times New Roman" panose="02020603050405020304" pitchFamily="18" charset="0"/>
              </a:rPr>
              <a:t>, Vanya Ivanova, and Pepa Atanasova. "Architecture and Data Knowledge of the Regional Data </a:t>
            </a:r>
            <a:r>
              <a:rPr lang="en-IN" sz="2000" dirty="0" err="1">
                <a:latin typeface="Times New Roman" panose="02020603050405020304" pitchFamily="18" charset="0"/>
                <a:cs typeface="Times New Roman" panose="02020603050405020304" pitchFamily="18" charset="0"/>
              </a:rPr>
              <a:t>Center</a:t>
            </a:r>
            <a:r>
              <a:rPr lang="en-IN" sz="2000" dirty="0">
                <a:latin typeface="Times New Roman" panose="02020603050405020304" pitchFamily="18" charset="0"/>
                <a:cs typeface="Times New Roman" panose="02020603050405020304" pitchFamily="18" charset="0"/>
              </a:rPr>
              <a:t> for Intelligent Agriculture." </a:t>
            </a:r>
            <a:r>
              <a:rPr lang="en-IN" sz="2000" i="1" dirty="0">
                <a:latin typeface="Times New Roman" panose="02020603050405020304" pitchFamily="18" charset="0"/>
                <a:cs typeface="Times New Roman" panose="02020603050405020304" pitchFamily="18" charset="0"/>
              </a:rPr>
              <a:t>Information</a:t>
            </a:r>
            <a:r>
              <a:rPr lang="en-IN" sz="2000" dirty="0">
                <a:latin typeface="Times New Roman" panose="02020603050405020304" pitchFamily="18" charset="0"/>
                <a:cs typeface="Times New Roman" panose="02020603050405020304" pitchFamily="18" charset="0"/>
              </a:rPr>
              <a:t> 14, no. 4 (2023): 233.</a:t>
            </a:r>
          </a:p>
          <a:p>
            <a:pPr algn="just"/>
            <a:r>
              <a:rPr lang="en-IN" sz="2000" dirty="0">
                <a:latin typeface="Times New Roman" panose="02020603050405020304" pitchFamily="18" charset="0"/>
                <a:cs typeface="Times New Roman" panose="02020603050405020304" pitchFamily="18" charset="0"/>
              </a:rPr>
              <a:t>[8] Xu, Yan, </a:t>
            </a:r>
            <a:r>
              <a:rPr lang="en-IN" sz="2000" dirty="0" err="1">
                <a:latin typeface="Times New Roman" panose="02020603050405020304" pitchFamily="18" charset="0"/>
                <a:cs typeface="Times New Roman" panose="02020603050405020304" pitchFamily="18" charset="0"/>
              </a:rPr>
              <a:t>Xiangxin</a:t>
            </a:r>
            <a:r>
              <a:rPr lang="en-IN" sz="2000" dirty="0">
                <a:latin typeface="Times New Roman" panose="02020603050405020304" pitchFamily="18" charset="0"/>
                <a:cs typeface="Times New Roman" panose="02020603050405020304" pitchFamily="18" charset="0"/>
              </a:rPr>
              <a:t> Li, </a:t>
            </a:r>
            <a:r>
              <a:rPr lang="en-IN" sz="2000" dirty="0" err="1">
                <a:latin typeface="Times New Roman" panose="02020603050405020304" pitchFamily="18" charset="0"/>
                <a:cs typeface="Times New Roman" panose="02020603050405020304" pitchFamily="18" charset="0"/>
              </a:rPr>
              <a:t>Xiangquan</a:t>
            </a:r>
            <a:r>
              <a:rPr lang="en-IN" sz="2000" dirty="0">
                <a:latin typeface="Times New Roman" panose="02020603050405020304" pitchFamily="18" charset="0"/>
                <a:cs typeface="Times New Roman" panose="02020603050405020304" pitchFamily="18" charset="0"/>
              </a:rPr>
              <a:t> Zeng, </a:t>
            </a:r>
            <a:r>
              <a:rPr lang="en-IN" sz="2000" dirty="0" err="1">
                <a:latin typeface="Times New Roman" panose="02020603050405020304" pitchFamily="18" charset="0"/>
                <a:cs typeface="Times New Roman" panose="02020603050405020304" pitchFamily="18" charset="0"/>
              </a:rPr>
              <a:t>Jiankang</a:t>
            </a:r>
            <a:r>
              <a:rPr lang="en-IN" sz="2000" dirty="0">
                <a:latin typeface="Times New Roman" panose="02020603050405020304" pitchFamily="18" charset="0"/>
                <a:cs typeface="Times New Roman" panose="02020603050405020304" pitchFamily="18" charset="0"/>
              </a:rPr>
              <a:t> Cao, and Weibo Jiang. "Application of blockchain technology in food safety control： current trends and future prospects." </a:t>
            </a:r>
            <a:r>
              <a:rPr lang="en-IN" sz="2000" i="1" dirty="0">
                <a:latin typeface="Times New Roman" panose="02020603050405020304" pitchFamily="18" charset="0"/>
                <a:cs typeface="Times New Roman" panose="02020603050405020304" pitchFamily="18" charset="0"/>
              </a:rPr>
              <a:t>Critical reviews in food science and nutrition</a:t>
            </a:r>
            <a:r>
              <a:rPr lang="en-IN" sz="2000" dirty="0">
                <a:latin typeface="Times New Roman" panose="02020603050405020304" pitchFamily="18" charset="0"/>
                <a:cs typeface="Times New Roman" panose="02020603050405020304" pitchFamily="18" charset="0"/>
              </a:rPr>
              <a:t> 62, no. 10 (2022): 2800-2819.</a:t>
            </a:r>
          </a:p>
          <a:p>
            <a:pPr algn="just"/>
            <a:r>
              <a:rPr lang="en-IN" sz="2000" dirty="0">
                <a:latin typeface="Times New Roman" panose="02020603050405020304" pitchFamily="18" charset="0"/>
                <a:cs typeface="Times New Roman" panose="02020603050405020304" pitchFamily="18" charset="0"/>
              </a:rPr>
              <a:t>[9] </a:t>
            </a:r>
            <a:r>
              <a:rPr lang="en-IN" sz="2000" dirty="0" err="1">
                <a:latin typeface="Times New Roman" panose="02020603050405020304" pitchFamily="18" charset="0"/>
                <a:cs typeface="Times New Roman" panose="02020603050405020304" pitchFamily="18" charset="0"/>
              </a:rPr>
              <a:t>Bukhamsin</a:t>
            </a:r>
            <a:r>
              <a:rPr lang="en-IN" sz="2000" dirty="0">
                <a:latin typeface="Times New Roman" panose="02020603050405020304" pitchFamily="18" charset="0"/>
                <a:cs typeface="Times New Roman" panose="02020603050405020304" pitchFamily="18" charset="0"/>
              </a:rPr>
              <a:t>, Abdullah, Jürgen Kosel, Matthew F. </a:t>
            </a:r>
            <a:r>
              <a:rPr lang="en-IN" sz="2000" dirty="0" err="1">
                <a:latin typeface="Times New Roman" panose="02020603050405020304" pitchFamily="18" charset="0"/>
                <a:cs typeface="Times New Roman" panose="02020603050405020304" pitchFamily="18" charset="0"/>
              </a:rPr>
              <a:t>Mccabe</a:t>
            </a:r>
            <a:r>
              <a:rPr lang="en-IN" sz="2000" dirty="0">
                <a:latin typeface="Times New Roman" panose="02020603050405020304" pitchFamily="18" charset="0"/>
                <a:cs typeface="Times New Roman" panose="02020603050405020304" pitchFamily="18" charset="0"/>
              </a:rPr>
              <a:t>, Ikram </a:t>
            </a:r>
            <a:r>
              <a:rPr lang="en-IN" sz="2000" dirty="0" err="1">
                <a:latin typeface="Times New Roman" panose="02020603050405020304" pitchFamily="18" charset="0"/>
                <a:cs typeface="Times New Roman" panose="02020603050405020304" pitchFamily="18" charset="0"/>
              </a:rPr>
              <a:t>Blilou</a:t>
            </a:r>
            <a:r>
              <a:rPr lang="en-IN" sz="2000" dirty="0">
                <a:latin typeface="Times New Roman" panose="02020603050405020304" pitchFamily="18" charset="0"/>
                <a:cs typeface="Times New Roman" panose="02020603050405020304" pitchFamily="18" charset="0"/>
              </a:rPr>
              <a:t>, and Khaled N. Salama. "Early and high-throughput plant diagnostics: strategies for disease detection." </a:t>
            </a:r>
            <a:r>
              <a:rPr lang="en-IN" sz="2000" i="1" dirty="0">
                <a:latin typeface="Times New Roman" panose="02020603050405020304" pitchFamily="18" charset="0"/>
                <a:cs typeface="Times New Roman" panose="02020603050405020304" pitchFamily="18" charset="0"/>
              </a:rPr>
              <a:t>Trends in plant science</a:t>
            </a:r>
            <a:r>
              <a:rPr lang="en-IN" sz="2000" dirty="0">
                <a:latin typeface="Times New Roman" panose="02020603050405020304" pitchFamily="18" charset="0"/>
                <a:cs typeface="Times New Roman" panose="02020603050405020304" pitchFamily="18" charset="0"/>
              </a:rPr>
              <a:t> 30, no. 3 (2025): 324-337.</a:t>
            </a:r>
          </a:p>
          <a:p>
            <a:pPr algn="just"/>
            <a:r>
              <a:rPr lang="en-IN" sz="2000" dirty="0">
                <a:latin typeface="Times New Roman" panose="02020603050405020304" pitchFamily="18" charset="0"/>
                <a:cs typeface="Times New Roman" panose="02020603050405020304" pitchFamily="18" charset="0"/>
              </a:rPr>
              <a:t>[10] Lavanya, G., </a:t>
            </a:r>
            <a:r>
              <a:rPr lang="en-IN" sz="2000" dirty="0" err="1">
                <a:latin typeface="Times New Roman" panose="02020603050405020304" pitchFamily="18" charset="0"/>
                <a:cs typeface="Times New Roman" panose="02020603050405020304" pitchFamily="18" charset="0"/>
              </a:rPr>
              <a:t>Chellasamy</a:t>
            </a:r>
            <a:r>
              <a:rPr lang="en-IN" sz="2000" dirty="0">
                <a:latin typeface="Times New Roman" panose="02020603050405020304" pitchFamily="18" charset="0"/>
                <a:cs typeface="Times New Roman" panose="02020603050405020304" pitchFamily="18" charset="0"/>
              </a:rPr>
              <a:t> Rani, and Pugalendhi GaneshKumar. "An automated low cost IoT based Fertilizer Intimation System for smart agriculture." </a:t>
            </a:r>
            <a:r>
              <a:rPr lang="en-IN" sz="2000" i="1" dirty="0">
                <a:latin typeface="Times New Roman" panose="02020603050405020304" pitchFamily="18" charset="0"/>
                <a:cs typeface="Times New Roman" panose="02020603050405020304" pitchFamily="18" charset="0"/>
              </a:rPr>
              <a:t>Sustainable Computing: Informatics and Systems</a:t>
            </a:r>
            <a:r>
              <a:rPr lang="en-IN" sz="2000" dirty="0">
                <a:latin typeface="Times New Roman" panose="02020603050405020304" pitchFamily="18" charset="0"/>
                <a:cs typeface="Times New Roman" panose="02020603050405020304" pitchFamily="18" charset="0"/>
              </a:rPr>
              <a:t> 28 (2020): 100300.</a:t>
            </a:r>
          </a:p>
        </p:txBody>
      </p:sp>
    </p:spTree>
    <p:extLst>
      <p:ext uri="{BB962C8B-B14F-4D97-AF65-F5344CB8AC3E}">
        <p14:creationId xmlns:p14="http://schemas.microsoft.com/office/powerpoint/2010/main" val="2807248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0"/>
          <p:cNvSpPr txBox="1">
            <a:spLocks noGrp="1"/>
          </p:cNvSpPr>
          <p:nvPr>
            <p:ph type="title"/>
          </p:nvPr>
        </p:nvSpPr>
        <p:spPr>
          <a:xfrm>
            <a:off x="1915886" y="2809149"/>
            <a:ext cx="8229600" cy="1508126"/>
          </a:xfrm>
          <a:prstGeom prst="rect">
            <a:avLst/>
          </a:prstGeom>
          <a:noFill/>
          <a:ln>
            <a:noFill/>
          </a:ln>
        </p:spPr>
        <p:txBody>
          <a:bodyPr spcFirstLastPara="1" wrap="square" lIns="45700" tIns="45700" rIns="45700" bIns="45700" anchor="ctr" anchorCtr="0">
            <a:noAutofit/>
          </a:bodyPr>
          <a:lstStyle/>
          <a:p>
            <a:pPr>
              <a:buSzPts val="4400"/>
            </a:pPr>
            <a:r>
              <a:rPr lang="en-US" sz="4400" dirty="0">
                <a:latin typeface="Times New Roman"/>
                <a:ea typeface="Times New Roman"/>
                <a:cs typeface="Times New Roman"/>
                <a:sym typeface="Times New Roman"/>
              </a:rPr>
              <a:t>THANK YOU</a:t>
            </a:r>
            <a:endParaRPr sz="4400" dirty="0">
              <a:latin typeface="Times New Roman"/>
              <a:ea typeface="Times New Roman"/>
              <a:cs typeface="Times New Roman"/>
              <a:sym typeface="Times New Roman"/>
            </a:endParaRPr>
          </a:p>
        </p:txBody>
      </p:sp>
      <p:sp>
        <p:nvSpPr>
          <p:cNvPr id="211" name="Google Shape;211;p10"/>
          <p:cNvSpPr txBox="1">
            <a:spLocks noGrp="1"/>
          </p:cNvSpPr>
          <p:nvPr>
            <p:ph type="sldNum" idx="12"/>
          </p:nvPr>
        </p:nvSpPr>
        <p:spPr>
          <a:xfrm>
            <a:off x="9832693" y="381000"/>
            <a:ext cx="301909" cy="307736"/>
          </a:xfrm>
          <a:prstGeom prst="rect">
            <a:avLst/>
          </a:prstGeom>
          <a:noFill/>
          <a:ln>
            <a:noFill/>
          </a:ln>
        </p:spPr>
        <p:txBody>
          <a:bodyPr spcFirstLastPara="1" wrap="square" lIns="45700" tIns="45700" rIns="45700" bIns="45700" anchor="t" anchorCtr="0">
            <a:spAutoFit/>
          </a:bodyPr>
          <a:lstStyle/>
          <a:p>
            <a:fld id="{00000000-1234-1234-1234-123412341234}" type="slidenum">
              <a:rPr lang="en-US" kern="0"/>
              <a:pPr/>
              <a:t>27</a:t>
            </a:fld>
            <a:endParaRPr kern="0" dirty="0"/>
          </a:p>
        </p:txBody>
      </p:sp>
    </p:spTree>
  </p:cSld>
  <p:clrMapOvr>
    <a:masterClrMapping/>
  </p:clrMapOvr>
</p:sld>
</file>

<file path=ppt/theme/theme1.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A40965CE08E346A5F5E18BF533C120" ma:contentTypeVersion="17" ma:contentTypeDescription="Create a new document." ma:contentTypeScope="" ma:versionID="c44c3ad33fcbe014d0bdff2c040ac1ca">
  <xsd:schema xmlns:xsd="http://www.w3.org/2001/XMLSchema" xmlns:xs="http://www.w3.org/2001/XMLSchema" xmlns:p="http://schemas.microsoft.com/office/2006/metadata/properties" xmlns:ns3="989ab5ca-3379-43de-b9ff-279ca08da4dd" xmlns:ns4="4de13188-48ef-494d-98f5-89d4a6c1cc23" targetNamespace="http://schemas.microsoft.com/office/2006/metadata/properties" ma:root="true" ma:fieldsID="5b36a797e12335d483cc8c9d10462ef0" ns3:_="" ns4:_="">
    <xsd:import namespace="989ab5ca-3379-43de-b9ff-279ca08da4dd"/>
    <xsd:import namespace="4de13188-48ef-494d-98f5-89d4a6c1cc23"/>
    <xsd:element name="properties">
      <xsd:complexType>
        <xsd:sequence>
          <xsd:element name="documentManagement">
            <xsd:complexType>
              <xsd:all>
                <xsd:element ref="ns3:MediaServiceMetadata" minOccurs="0"/>
                <xsd:element ref="ns3:MediaServiceFastMetadata" minOccurs="0"/>
                <xsd:element ref="ns3:_activity"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bjectDetectorVersions" minOccurs="0"/>
                <xsd:element ref="ns3:MediaServiceDateTaken" minOccurs="0"/>
                <xsd:element ref="ns3:MediaLengthInSeconds" minOccurs="0"/>
                <xsd:element ref="ns3:MediaServiceSystemTags" minOccurs="0"/>
                <xsd:element ref="ns3:MediaServiceSearchPropertie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9ab5ca-3379-43de-b9ff-279ca08da4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MediaServiceLocation" ma:index="24"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de13188-48ef-494d-98f5-89d4a6c1cc23"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89ab5ca-3379-43de-b9ff-279ca08da4dd" xsi:nil="true"/>
  </documentManagement>
</p:properties>
</file>

<file path=customXml/itemProps1.xml><?xml version="1.0" encoding="utf-8"?>
<ds:datastoreItem xmlns:ds="http://schemas.openxmlformats.org/officeDocument/2006/customXml" ds:itemID="{A716462E-DA89-427C-8E35-051E39F32A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9ab5ca-3379-43de-b9ff-279ca08da4dd"/>
    <ds:schemaRef ds:uri="4de13188-48ef-494d-98f5-89d4a6c1cc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C75E333-8B44-4F9F-9DB5-583D755CA21A}">
  <ds:schemaRefs>
    <ds:schemaRef ds:uri="http://schemas.microsoft.com/sharepoint/v3/contenttype/forms"/>
  </ds:schemaRefs>
</ds:datastoreItem>
</file>

<file path=customXml/itemProps3.xml><?xml version="1.0" encoding="utf-8"?>
<ds:datastoreItem xmlns:ds="http://schemas.openxmlformats.org/officeDocument/2006/customXml" ds:itemID="{9812C590-0AB8-42C8-AB77-905038AB6861}">
  <ds:schemaRefs>
    <ds:schemaRef ds:uri="http://schemas.microsoft.com/office/2006/metadata/properties"/>
    <ds:schemaRef ds:uri="4de13188-48ef-494d-98f5-89d4a6c1cc23"/>
    <ds:schemaRef ds:uri="http://purl.org/dc/terms/"/>
    <ds:schemaRef ds:uri="http://purl.org/dc/elements/1.1/"/>
    <ds:schemaRef ds:uri="989ab5ca-3379-43de-b9ff-279ca08da4dd"/>
    <ds:schemaRef ds:uri="http://purl.org/dc/dcmitype/"/>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223</TotalTime>
  <Words>2140</Words>
  <Application>Microsoft Office PowerPoint</Application>
  <PresentationFormat>Widescreen</PresentationFormat>
  <Paragraphs>226</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Times New Roman</vt:lpstr>
      <vt:lpstr>11_Default Design</vt:lpstr>
      <vt:lpstr>Smart IoT-Based Low-Cost Fertilizer Advisory System Using Leaf Color and Soil-Environmental Sensing</vt:lpstr>
      <vt:lpstr>Introduction</vt:lpstr>
      <vt:lpstr>Problem Definition</vt:lpstr>
      <vt:lpstr>Objectives</vt:lpstr>
      <vt:lpstr>Literature Survey</vt:lpstr>
      <vt:lpstr>Literature Survey</vt:lpstr>
      <vt:lpstr>Literature Survey</vt:lpstr>
      <vt:lpstr>Summary</vt:lpstr>
      <vt:lpstr>Circuit Diagram</vt:lpstr>
      <vt:lpstr>Component Specifications</vt:lpstr>
      <vt:lpstr>Flow Diagram</vt:lpstr>
      <vt:lpstr>Working Principle</vt:lpstr>
      <vt:lpstr>Working Principle</vt:lpstr>
      <vt:lpstr>Implementation</vt:lpstr>
      <vt:lpstr>Implementation</vt:lpstr>
      <vt:lpstr>Results</vt:lpstr>
      <vt:lpstr>Results</vt:lpstr>
      <vt:lpstr>Results</vt:lpstr>
      <vt:lpstr>Results</vt:lpstr>
      <vt:lpstr>Results</vt:lpstr>
      <vt:lpstr>Results</vt:lpstr>
      <vt:lpstr>Results</vt:lpstr>
      <vt:lpstr>Conclusion</vt:lpstr>
      <vt:lpstr>Future Scope</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KAMALAPURAM VIGNESWARA REDDY-[BL.EN.U4CSE22030]</dc:creator>
  <cp:lastModifiedBy>ADHI NEERAJA-[BL.EN.U4CSE22004]</cp:lastModifiedBy>
  <cp:revision>3</cp:revision>
  <dcterms:created xsi:type="dcterms:W3CDTF">2025-08-26T03:42:27Z</dcterms:created>
  <dcterms:modified xsi:type="dcterms:W3CDTF">2025-11-10T16:29:08Z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0x01010053A40965CE08E346A5F5E18BF533C120</vt:lpwstr>
  </property>
</Properties>
</file>